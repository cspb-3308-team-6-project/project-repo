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1" r:id="rId1"/>
  </p:sldMasterIdLst>
  <p:sldIdLst>
    <p:sldId id="256" r:id="rId2"/>
    <p:sldId id="265" r:id="rId3"/>
    <p:sldId id="268" r:id="rId4"/>
    <p:sldId id="264" r:id="rId5"/>
    <p:sldId id="261" r:id="rId6"/>
    <p:sldId id="262" r:id="rId7"/>
    <p:sldId id="263" r:id="rId8"/>
    <p:sldId id="269" r:id="rId9"/>
    <p:sldId id="258" r:id="rId10"/>
    <p:sldId id="259" r:id="rId11"/>
    <p:sldId id="267" r:id="rId12"/>
    <p:sldId id="266" r:id="rId13"/>
    <p:sldId id="26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187DB-631E-4AC8-939B-AE393DAD1512}" v="43" dt="2026-04-14T03:33:05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oke Fail" userId="567aff0e4767325d" providerId="LiveId" clId="{6597D40B-192C-4A0D-9906-A7C316EAA583}"/>
    <pc:docChg chg="custSel addSld delSld modSld modMainMaster">
      <pc:chgData name="Brooke Fail" userId="567aff0e4767325d" providerId="LiveId" clId="{6597D40B-192C-4A0D-9906-A7C316EAA583}" dt="2026-04-15T23:16:48.927" v="7152" actId="20577"/>
      <pc:docMkLst>
        <pc:docMk/>
      </pc:docMkLst>
      <pc:sldChg chg="addSp delSp modSp mod setBg delDesignElem">
        <pc:chgData name="Brooke Fail" userId="567aff0e4767325d" providerId="LiveId" clId="{6597D40B-192C-4A0D-9906-A7C316EAA583}" dt="2026-04-14T00:14:49.346" v="4247" actId="14100"/>
        <pc:sldMkLst>
          <pc:docMk/>
          <pc:sldMk cId="1862256902" sldId="256"/>
        </pc:sldMkLst>
        <pc:spChg chg="mod">
          <ac:chgData name="Brooke Fail" userId="567aff0e4767325d" providerId="LiveId" clId="{6597D40B-192C-4A0D-9906-A7C316EAA583}" dt="2026-04-13T00:00:39.504" v="42" actId="26606"/>
          <ac:spMkLst>
            <pc:docMk/>
            <pc:sldMk cId="1862256902" sldId="256"/>
            <ac:spMk id="2" creationId="{0D8372AC-CF1F-A6FE-3FBE-812944B29733}"/>
          </ac:spMkLst>
        </pc:spChg>
        <pc:spChg chg="mod">
          <ac:chgData name="Brooke Fail" userId="567aff0e4767325d" providerId="LiveId" clId="{6597D40B-192C-4A0D-9906-A7C316EAA583}" dt="2026-04-14T00:14:49.346" v="4247" actId="14100"/>
          <ac:spMkLst>
            <pc:docMk/>
            <pc:sldMk cId="1862256902" sldId="256"/>
            <ac:spMk id="3" creationId="{E1D629DC-F420-5E53-A380-466BA2CADACC}"/>
          </ac:spMkLst>
        </pc:spChg>
      </pc:sldChg>
      <pc:sldChg chg="addSp delSp modSp mod chgLayout">
        <pc:chgData name="Brooke Fail" userId="567aff0e4767325d" providerId="LiveId" clId="{6597D40B-192C-4A0D-9906-A7C316EAA583}" dt="2026-04-15T04:59:34.283" v="7022" actId="20577"/>
        <pc:sldMkLst>
          <pc:docMk/>
          <pc:sldMk cId="1959318730" sldId="258"/>
        </pc:sldMkLst>
        <pc:spChg chg="mod ord">
          <ac:chgData name="Brooke Fail" userId="567aff0e4767325d" providerId="LiveId" clId="{6597D40B-192C-4A0D-9906-A7C316EAA583}" dt="2026-04-15T04:58:48.059" v="6956" actId="700"/>
          <ac:spMkLst>
            <pc:docMk/>
            <pc:sldMk cId="1959318730" sldId="258"/>
            <ac:spMk id="2" creationId="{8C964AD1-FB96-7423-D9D3-E2C3FA9EAF21}"/>
          </ac:spMkLst>
        </pc:spChg>
        <pc:spChg chg="mod ord">
          <ac:chgData name="Brooke Fail" userId="567aff0e4767325d" providerId="LiveId" clId="{6597D40B-192C-4A0D-9906-A7C316EAA583}" dt="2026-04-15T04:58:48.059" v="6956" actId="700"/>
          <ac:spMkLst>
            <pc:docMk/>
            <pc:sldMk cId="1959318730" sldId="258"/>
            <ac:spMk id="3" creationId="{689277D9-99FE-A03D-12EE-CD94581EFD87}"/>
          </ac:spMkLst>
        </pc:spChg>
        <pc:spChg chg="del mod">
          <ac:chgData name="Brooke Fail" userId="567aff0e4767325d" providerId="LiveId" clId="{6597D40B-192C-4A0D-9906-A7C316EAA583}" dt="2026-04-14T04:00:35.459" v="6940" actId="478"/>
          <ac:spMkLst>
            <pc:docMk/>
            <pc:sldMk cId="1959318730" sldId="258"/>
            <ac:spMk id="4" creationId="{64808CDE-B7B8-C29D-25AC-47C52E25D8BE}"/>
          </ac:spMkLst>
        </pc:spChg>
        <pc:spChg chg="add mod ord">
          <ac:chgData name="Brooke Fail" userId="567aff0e4767325d" providerId="LiveId" clId="{6597D40B-192C-4A0D-9906-A7C316EAA583}" dt="2026-04-15T04:59:34.283" v="7022" actId="20577"/>
          <ac:spMkLst>
            <pc:docMk/>
            <pc:sldMk cId="1959318730" sldId="258"/>
            <ac:spMk id="4" creationId="{6F8E8971-BAFF-995C-C437-FDBA12767C36}"/>
          </ac:spMkLst>
        </pc:spChg>
      </pc:sldChg>
      <pc:sldChg chg="modSp mod">
        <pc:chgData name="Brooke Fail" userId="567aff0e4767325d" providerId="LiveId" clId="{6597D40B-192C-4A0D-9906-A7C316EAA583}" dt="2026-04-15T05:01:01.451" v="7101" actId="20577"/>
        <pc:sldMkLst>
          <pc:docMk/>
          <pc:sldMk cId="2682315205" sldId="259"/>
        </pc:sldMkLst>
        <pc:spChg chg="mod">
          <ac:chgData name="Brooke Fail" userId="567aff0e4767325d" providerId="LiveId" clId="{6597D40B-192C-4A0D-9906-A7C316EAA583}" dt="2026-04-13T22:43:48.094" v="162"/>
          <ac:spMkLst>
            <pc:docMk/>
            <pc:sldMk cId="2682315205" sldId="259"/>
            <ac:spMk id="2" creationId="{FA027C99-6A5D-126C-B577-9867661F5B52}"/>
          </ac:spMkLst>
        </pc:spChg>
        <pc:spChg chg="mod">
          <ac:chgData name="Brooke Fail" userId="567aff0e4767325d" providerId="LiveId" clId="{6597D40B-192C-4A0D-9906-A7C316EAA583}" dt="2026-04-14T03:41:27.994" v="6767" actId="1076"/>
          <ac:spMkLst>
            <pc:docMk/>
            <pc:sldMk cId="2682315205" sldId="259"/>
            <ac:spMk id="5" creationId="{EE7C1C35-6191-F19A-33FE-8568972FEE2F}"/>
          </ac:spMkLst>
        </pc:spChg>
        <pc:spChg chg="mod">
          <ac:chgData name="Brooke Fail" userId="567aff0e4767325d" providerId="LiveId" clId="{6597D40B-192C-4A0D-9906-A7C316EAA583}" dt="2026-04-15T05:00:32.791" v="7092" actId="20577"/>
          <ac:spMkLst>
            <pc:docMk/>
            <pc:sldMk cId="2682315205" sldId="259"/>
            <ac:spMk id="6" creationId="{EC7F5E0C-AC9B-6E99-3474-A84043EF5507}"/>
          </ac:spMkLst>
        </pc:spChg>
        <pc:spChg chg="mod">
          <ac:chgData name="Brooke Fail" userId="567aff0e4767325d" providerId="LiveId" clId="{6597D40B-192C-4A0D-9906-A7C316EAA583}" dt="2026-04-14T03:43:01.560" v="6785" actId="1076"/>
          <ac:spMkLst>
            <pc:docMk/>
            <pc:sldMk cId="2682315205" sldId="259"/>
            <ac:spMk id="7" creationId="{87CB67A5-F8C7-9935-0DB8-05CE1A7ED173}"/>
          </ac:spMkLst>
        </pc:spChg>
        <pc:spChg chg="mod">
          <ac:chgData name="Brooke Fail" userId="567aff0e4767325d" providerId="LiveId" clId="{6597D40B-192C-4A0D-9906-A7C316EAA583}" dt="2026-04-15T05:01:01.451" v="7101" actId="20577"/>
          <ac:spMkLst>
            <pc:docMk/>
            <pc:sldMk cId="2682315205" sldId="259"/>
            <ac:spMk id="8" creationId="{B2953387-2C2D-0157-6DB7-E011CFFE6133}"/>
          </ac:spMkLst>
        </pc:spChg>
      </pc:sldChg>
      <pc:sldChg chg="modSp mod setBg">
        <pc:chgData name="Brooke Fail" userId="567aff0e4767325d" providerId="LiveId" clId="{6597D40B-192C-4A0D-9906-A7C316EAA583}" dt="2026-04-14T01:30:39.346" v="6619" actId="20577"/>
        <pc:sldMkLst>
          <pc:docMk/>
          <pc:sldMk cId="2485965554" sldId="260"/>
        </pc:sldMkLst>
        <pc:spChg chg="mod">
          <ac:chgData name="Brooke Fail" userId="567aff0e4767325d" providerId="LiveId" clId="{6597D40B-192C-4A0D-9906-A7C316EAA583}" dt="2026-04-14T01:30:39.346" v="6619" actId="20577"/>
          <ac:spMkLst>
            <pc:docMk/>
            <pc:sldMk cId="2485965554" sldId="260"/>
            <ac:spMk id="2" creationId="{14CA91B8-D983-9DB8-1DB9-F0BB33E1F2E2}"/>
          </ac:spMkLst>
        </pc:spChg>
      </pc:sldChg>
      <pc:sldChg chg="addSp delSp modSp mod modClrScheme chgLayout">
        <pc:chgData name="Brooke Fail" userId="567aff0e4767325d" providerId="LiveId" clId="{6597D40B-192C-4A0D-9906-A7C316EAA583}" dt="2026-04-14T03:37:40.168" v="6641" actId="1440"/>
        <pc:sldMkLst>
          <pc:docMk/>
          <pc:sldMk cId="19181473" sldId="261"/>
        </pc:sldMkLst>
        <pc:spChg chg="mod ord">
          <ac:chgData name="Brooke Fail" userId="567aff0e4767325d" providerId="LiveId" clId="{6597D40B-192C-4A0D-9906-A7C316EAA583}" dt="2026-04-13T23:56:28.991" v="3983" actId="700"/>
          <ac:spMkLst>
            <pc:docMk/>
            <pc:sldMk cId="19181473" sldId="261"/>
            <ac:spMk id="2" creationId="{33204E85-ADE6-4472-9F2B-8BE7004EDFC1}"/>
          </ac:spMkLst>
        </pc:spChg>
        <pc:spChg chg="add del mod">
          <ac:chgData name="Brooke Fail" userId="567aff0e4767325d" providerId="LiveId" clId="{6597D40B-192C-4A0D-9906-A7C316EAA583}" dt="2026-04-14T03:33:12.206" v="6623" actId="478"/>
          <ac:spMkLst>
            <pc:docMk/>
            <pc:sldMk cId="19181473" sldId="261"/>
            <ac:spMk id="4" creationId="{F6A0BC9C-A9D8-2F8D-77B1-D01624367FC2}"/>
          </ac:spMkLst>
        </pc:spChg>
        <pc:spChg chg="add mod ord">
          <ac:chgData name="Brooke Fail" userId="567aff0e4767325d" providerId="LiveId" clId="{6597D40B-192C-4A0D-9906-A7C316EAA583}" dt="2026-04-14T01:12:30.660" v="5099" actId="27107"/>
          <ac:spMkLst>
            <pc:docMk/>
            <pc:sldMk cId="19181473" sldId="261"/>
            <ac:spMk id="5" creationId="{91A2F8D3-1F9F-1CE6-25CE-6408D9F681A0}"/>
          </ac:spMkLst>
        </pc:spChg>
        <pc:spChg chg="add del mod">
          <ac:chgData name="Brooke Fail" userId="567aff0e4767325d" providerId="LiveId" clId="{6597D40B-192C-4A0D-9906-A7C316EAA583}" dt="2026-04-14T03:34:24.413" v="6628" actId="478"/>
          <ac:spMkLst>
            <pc:docMk/>
            <pc:sldMk cId="19181473" sldId="261"/>
            <ac:spMk id="7" creationId="{521C7B49-2E63-442F-56F6-153A228ED770}"/>
          </ac:spMkLst>
        </pc:spChg>
        <pc:spChg chg="add del mod ord">
          <ac:chgData name="Brooke Fail" userId="567aff0e4767325d" providerId="LiveId" clId="{6597D40B-192C-4A0D-9906-A7C316EAA583}" dt="2026-04-14T03:33:19.994" v="6624" actId="478"/>
          <ac:spMkLst>
            <pc:docMk/>
            <pc:sldMk cId="19181473" sldId="261"/>
            <ac:spMk id="9" creationId="{EEC879FB-C7EA-75E8-7BBE-7FCA6EE208D4}"/>
          </ac:spMkLst>
        </pc:spChg>
        <pc:picChg chg="add mod">
          <ac:chgData name="Brooke Fail" userId="567aff0e4767325d" providerId="LiveId" clId="{6597D40B-192C-4A0D-9906-A7C316EAA583}" dt="2026-04-14T03:37:27.717" v="6640" actId="1440"/>
          <ac:picMkLst>
            <pc:docMk/>
            <pc:sldMk cId="19181473" sldId="261"/>
            <ac:picMk id="10" creationId="{B283AE2A-FE48-1AA4-DE04-039B18FED1AD}"/>
          </ac:picMkLst>
        </pc:picChg>
        <pc:picChg chg="add mod">
          <ac:chgData name="Brooke Fail" userId="567aff0e4767325d" providerId="LiveId" clId="{6597D40B-192C-4A0D-9906-A7C316EAA583}" dt="2026-04-14T03:37:40.168" v="6641" actId="1440"/>
          <ac:picMkLst>
            <pc:docMk/>
            <pc:sldMk cId="19181473" sldId="261"/>
            <ac:picMk id="12" creationId="{A0456C4F-D925-EFBD-06C4-39EB70F658DB}"/>
          </ac:picMkLst>
        </pc:picChg>
      </pc:sldChg>
      <pc:sldChg chg="addSp delSp modSp mod">
        <pc:chgData name="Brooke Fail" userId="567aff0e4767325d" providerId="LiveId" clId="{6597D40B-192C-4A0D-9906-A7C316EAA583}" dt="2026-04-14T03:38:25.071" v="6646" actId="1076"/>
        <pc:sldMkLst>
          <pc:docMk/>
          <pc:sldMk cId="2998529922" sldId="262"/>
        </pc:sldMkLst>
        <pc:spChg chg="mod">
          <ac:chgData name="Brooke Fail" userId="567aff0e4767325d" providerId="LiveId" clId="{6597D40B-192C-4A0D-9906-A7C316EAA583}" dt="2026-04-13T22:43:48.094" v="162"/>
          <ac:spMkLst>
            <pc:docMk/>
            <pc:sldMk cId="2998529922" sldId="262"/>
            <ac:spMk id="2" creationId="{5C92E296-BAEF-534B-802A-7538934B9693}"/>
          </ac:spMkLst>
        </pc:spChg>
        <pc:spChg chg="mod">
          <ac:chgData name="Brooke Fail" userId="567aff0e4767325d" providerId="LiveId" clId="{6597D40B-192C-4A0D-9906-A7C316EAA583}" dt="2026-04-14T01:18:18.890" v="5595" actId="20577"/>
          <ac:spMkLst>
            <pc:docMk/>
            <pc:sldMk cId="2998529922" sldId="262"/>
            <ac:spMk id="3" creationId="{E8FD7B5D-D017-19EA-DD0C-8045B7C8E805}"/>
          </ac:spMkLst>
        </pc:spChg>
        <pc:picChg chg="add mod ord">
          <ac:chgData name="Brooke Fail" userId="567aff0e4767325d" providerId="LiveId" clId="{6597D40B-192C-4A0D-9906-A7C316EAA583}" dt="2026-04-14T03:38:25.071" v="6646" actId="1076"/>
          <ac:picMkLst>
            <pc:docMk/>
            <pc:sldMk cId="2998529922" sldId="262"/>
            <ac:picMk id="6" creationId="{24069BA7-006E-108E-B4F9-E89E186F4BA2}"/>
          </ac:picMkLst>
        </pc:picChg>
        <pc:picChg chg="add mod">
          <ac:chgData name="Brooke Fail" userId="567aff0e4767325d" providerId="LiveId" clId="{6597D40B-192C-4A0D-9906-A7C316EAA583}" dt="2026-04-14T03:38:21.281" v="6645" actId="1076"/>
          <ac:picMkLst>
            <pc:docMk/>
            <pc:sldMk cId="2998529922" sldId="262"/>
            <ac:picMk id="8" creationId="{F258D525-F30B-5116-E904-16D695A05DCE}"/>
          </ac:picMkLst>
        </pc:picChg>
        <pc:picChg chg="add mod">
          <ac:chgData name="Brooke Fail" userId="567aff0e4767325d" providerId="LiveId" clId="{6597D40B-192C-4A0D-9906-A7C316EAA583}" dt="2026-04-14T03:38:14.774" v="6644" actId="1440"/>
          <ac:picMkLst>
            <pc:docMk/>
            <pc:sldMk cId="2998529922" sldId="262"/>
            <ac:picMk id="10" creationId="{5AC6AB22-042E-01A3-E391-267CE96A24B7}"/>
          </ac:picMkLst>
        </pc:picChg>
      </pc:sldChg>
      <pc:sldChg chg="addSp delSp modSp mod">
        <pc:chgData name="Brooke Fail" userId="567aff0e4767325d" providerId="LiveId" clId="{6597D40B-192C-4A0D-9906-A7C316EAA583}" dt="2026-04-14T04:04:32.579" v="6951" actId="1076"/>
        <pc:sldMkLst>
          <pc:docMk/>
          <pc:sldMk cId="3807960039" sldId="263"/>
        </pc:sldMkLst>
        <pc:spChg chg="mod">
          <ac:chgData name="Brooke Fail" userId="567aff0e4767325d" providerId="LiveId" clId="{6597D40B-192C-4A0D-9906-A7C316EAA583}" dt="2026-04-13T22:43:48.094" v="162"/>
          <ac:spMkLst>
            <pc:docMk/>
            <pc:sldMk cId="3807960039" sldId="263"/>
            <ac:spMk id="2" creationId="{5056BFCE-D55E-D8C9-B96A-6168B4D86B29}"/>
          </ac:spMkLst>
        </pc:spChg>
        <pc:spChg chg="mod">
          <ac:chgData name="Brooke Fail" userId="567aff0e4767325d" providerId="LiveId" clId="{6597D40B-192C-4A0D-9906-A7C316EAA583}" dt="2026-04-14T01:23:01.863" v="5974" actId="20577"/>
          <ac:spMkLst>
            <pc:docMk/>
            <pc:sldMk cId="3807960039" sldId="263"/>
            <ac:spMk id="3" creationId="{26FED601-7823-32B9-4301-BFDE6E5A1837}"/>
          </ac:spMkLst>
        </pc:spChg>
        <pc:spChg chg="del mod">
          <ac:chgData name="Brooke Fail" userId="567aff0e4767325d" providerId="LiveId" clId="{6597D40B-192C-4A0D-9906-A7C316EAA583}" dt="2026-04-14T04:03:22.441" v="6941" actId="22"/>
          <ac:spMkLst>
            <pc:docMk/>
            <pc:sldMk cId="3807960039" sldId="263"/>
            <ac:spMk id="4" creationId="{DABFFF20-DC0E-AB66-A5AC-F13FE5B16E48}"/>
          </ac:spMkLst>
        </pc:spChg>
        <pc:picChg chg="add mod ord">
          <ac:chgData name="Brooke Fail" userId="567aff0e4767325d" providerId="LiveId" clId="{6597D40B-192C-4A0D-9906-A7C316EAA583}" dt="2026-04-14T04:04:20.638" v="6949" actId="1440"/>
          <ac:picMkLst>
            <pc:docMk/>
            <pc:sldMk cId="3807960039" sldId="263"/>
            <ac:picMk id="6" creationId="{857E8ABF-0250-B82A-CF54-362BDDC8CB00}"/>
          </ac:picMkLst>
        </pc:picChg>
        <pc:picChg chg="add mod">
          <ac:chgData name="Brooke Fail" userId="567aff0e4767325d" providerId="LiveId" clId="{6597D40B-192C-4A0D-9906-A7C316EAA583}" dt="2026-04-14T04:04:32.579" v="6951" actId="1076"/>
          <ac:picMkLst>
            <pc:docMk/>
            <pc:sldMk cId="3807960039" sldId="263"/>
            <ac:picMk id="8" creationId="{BD083FFC-E71C-7C81-1E19-49BAF4D0B3F8}"/>
          </ac:picMkLst>
        </pc:picChg>
      </pc:sldChg>
      <pc:sldChg chg="addSp delSp modSp mod modClrScheme chgLayout">
        <pc:chgData name="Brooke Fail" userId="567aff0e4767325d" providerId="LiveId" clId="{6597D40B-192C-4A0D-9906-A7C316EAA583}" dt="2026-04-14T03:59:31.534" v="6939" actId="1440"/>
        <pc:sldMkLst>
          <pc:docMk/>
          <pc:sldMk cId="4037378436" sldId="264"/>
        </pc:sldMkLst>
        <pc:spChg chg="mod ord">
          <ac:chgData name="Brooke Fail" userId="567aff0e4767325d" providerId="LiveId" clId="{6597D40B-192C-4A0D-9906-A7C316EAA583}" dt="2026-04-13T23:23:54.070" v="2666" actId="700"/>
          <ac:spMkLst>
            <pc:docMk/>
            <pc:sldMk cId="4037378436" sldId="264"/>
            <ac:spMk id="2" creationId="{D73833A1-97EE-FFB9-FF22-2535DF582E07}"/>
          </ac:spMkLst>
        </pc:spChg>
        <pc:spChg chg="add">
          <ac:chgData name="Brooke Fail" userId="567aff0e4767325d" providerId="LiveId" clId="{6597D40B-192C-4A0D-9906-A7C316EAA583}" dt="2026-04-14T01:02:47.958" v="4271"/>
          <ac:spMkLst>
            <pc:docMk/>
            <pc:sldMk cId="4037378436" sldId="264"/>
            <ac:spMk id="3" creationId="{594DF806-366A-42D8-0549-1A2EF589EC0E}"/>
          </ac:spMkLst>
        </pc:spChg>
        <pc:spChg chg="add mod ord">
          <ac:chgData name="Brooke Fail" userId="567aff0e4767325d" providerId="LiveId" clId="{6597D40B-192C-4A0D-9906-A7C316EAA583}" dt="2026-04-14T01:08:47.346" v="4688" actId="20577"/>
          <ac:spMkLst>
            <pc:docMk/>
            <pc:sldMk cId="4037378436" sldId="264"/>
            <ac:spMk id="9" creationId="{295FB393-5D07-8F19-5C73-984F1C6AB717}"/>
          </ac:spMkLst>
        </pc:spChg>
        <pc:spChg chg="add del mod ord">
          <ac:chgData name="Brooke Fail" userId="567aff0e4767325d" providerId="LiveId" clId="{6597D40B-192C-4A0D-9906-A7C316EAA583}" dt="2026-04-14T03:59:18.717" v="6936" actId="22"/>
          <ac:spMkLst>
            <pc:docMk/>
            <pc:sldMk cId="4037378436" sldId="264"/>
            <ac:spMk id="10" creationId="{8A63C79B-BB50-F696-4939-23BD676AE282}"/>
          </ac:spMkLst>
        </pc:spChg>
        <pc:picChg chg="add mod ord">
          <ac:chgData name="Brooke Fail" userId="567aff0e4767325d" providerId="LiveId" clId="{6597D40B-192C-4A0D-9906-A7C316EAA583}" dt="2026-04-14T03:59:31.534" v="6939" actId="1440"/>
          <ac:picMkLst>
            <pc:docMk/>
            <pc:sldMk cId="4037378436" sldId="264"/>
            <ac:picMk id="4" creationId="{0FEDEB7E-7D6E-EB97-A213-D1485B3D2D51}"/>
          </ac:picMkLst>
        </pc:picChg>
      </pc:sldChg>
      <pc:sldChg chg="modSp mod">
        <pc:chgData name="Brooke Fail" userId="567aff0e4767325d" providerId="LiveId" clId="{6597D40B-192C-4A0D-9906-A7C316EAA583}" dt="2026-04-14T00:15:10.962" v="4258" actId="20577"/>
        <pc:sldMkLst>
          <pc:docMk/>
          <pc:sldMk cId="1912445426" sldId="265"/>
        </pc:sldMkLst>
        <pc:spChg chg="mod">
          <ac:chgData name="Brooke Fail" userId="567aff0e4767325d" providerId="LiveId" clId="{6597D40B-192C-4A0D-9906-A7C316EAA583}" dt="2026-04-13T22:43:48.094" v="162"/>
          <ac:spMkLst>
            <pc:docMk/>
            <pc:sldMk cId="1912445426" sldId="265"/>
            <ac:spMk id="2" creationId="{26A6AF63-443D-8AF9-86F2-92D181E32CCB}"/>
          </ac:spMkLst>
        </pc:spChg>
        <pc:spChg chg="mod">
          <ac:chgData name="Brooke Fail" userId="567aff0e4767325d" providerId="LiveId" clId="{6597D40B-192C-4A0D-9906-A7C316EAA583}" dt="2026-04-14T00:15:10.962" v="4258" actId="20577"/>
          <ac:spMkLst>
            <pc:docMk/>
            <pc:sldMk cId="1912445426" sldId="265"/>
            <ac:spMk id="8" creationId="{D777681A-DDC9-14D8-5C0A-0AAFE0C6CDFA}"/>
          </ac:spMkLst>
        </pc:spChg>
        <pc:spChg chg="mod">
          <ac:chgData name="Brooke Fail" userId="567aff0e4767325d" providerId="LiveId" clId="{6597D40B-192C-4A0D-9906-A7C316EAA583}" dt="2026-04-13T22:57:24.195" v="928" actId="20577"/>
          <ac:spMkLst>
            <pc:docMk/>
            <pc:sldMk cId="1912445426" sldId="265"/>
            <ac:spMk id="9" creationId="{D3C19E0C-6B33-2778-D17B-9F0F51D236F8}"/>
          </ac:spMkLst>
        </pc:spChg>
        <pc:spChg chg="mod">
          <ac:chgData name="Brooke Fail" userId="567aff0e4767325d" providerId="LiveId" clId="{6597D40B-192C-4A0D-9906-A7C316EAA583}" dt="2026-04-13T22:43:48.094" v="162"/>
          <ac:spMkLst>
            <pc:docMk/>
            <pc:sldMk cId="1912445426" sldId="265"/>
            <ac:spMk id="10" creationId="{C039635B-F48F-52CD-CAAF-D2FC072E719D}"/>
          </ac:spMkLst>
        </pc:spChg>
        <pc:spChg chg="mod">
          <ac:chgData name="Brooke Fail" userId="567aff0e4767325d" providerId="LiveId" clId="{6597D40B-192C-4A0D-9906-A7C316EAA583}" dt="2026-04-13T23:17:01.311" v="2332" actId="20577"/>
          <ac:spMkLst>
            <pc:docMk/>
            <pc:sldMk cId="1912445426" sldId="265"/>
            <ac:spMk id="11" creationId="{89132FFB-D234-57F5-3872-5599D59DA2E8}"/>
          </ac:spMkLst>
        </pc:spChg>
      </pc:sldChg>
      <pc:sldChg chg="modSp mod">
        <pc:chgData name="Brooke Fail" userId="567aff0e4767325d" providerId="LiveId" clId="{6597D40B-192C-4A0D-9906-A7C316EAA583}" dt="2026-04-15T03:10:01.620" v="6955" actId="20577"/>
        <pc:sldMkLst>
          <pc:docMk/>
          <pc:sldMk cId="812951338" sldId="266"/>
        </pc:sldMkLst>
        <pc:spChg chg="mod">
          <ac:chgData name="Brooke Fail" userId="567aff0e4767325d" providerId="LiveId" clId="{6597D40B-192C-4A0D-9906-A7C316EAA583}" dt="2026-04-13T22:43:48.094" v="162"/>
          <ac:spMkLst>
            <pc:docMk/>
            <pc:sldMk cId="812951338" sldId="266"/>
            <ac:spMk id="2" creationId="{10769AFA-8DE1-8B0A-A350-08A2E01DCB27}"/>
          </ac:spMkLst>
        </pc:spChg>
        <pc:spChg chg="mod">
          <ac:chgData name="Brooke Fail" userId="567aff0e4767325d" providerId="LiveId" clId="{6597D40B-192C-4A0D-9906-A7C316EAA583}" dt="2026-04-15T03:10:01.620" v="6955" actId="20577"/>
          <ac:spMkLst>
            <pc:docMk/>
            <pc:sldMk cId="812951338" sldId="266"/>
            <ac:spMk id="3" creationId="{B0DBEEBF-C10A-31DD-7AD7-6A8A2744063D}"/>
          </ac:spMkLst>
        </pc:spChg>
      </pc:sldChg>
      <pc:sldChg chg="modSp new mod">
        <pc:chgData name="Brooke Fail" userId="567aff0e4767325d" providerId="LiveId" clId="{6597D40B-192C-4A0D-9906-A7C316EAA583}" dt="2026-04-14T03:44:30.460" v="6841" actId="20577"/>
        <pc:sldMkLst>
          <pc:docMk/>
          <pc:sldMk cId="3694372275" sldId="267"/>
        </pc:sldMkLst>
        <pc:spChg chg="mod">
          <ac:chgData name="Brooke Fail" userId="567aff0e4767325d" providerId="LiveId" clId="{6597D40B-192C-4A0D-9906-A7C316EAA583}" dt="2026-04-14T03:44:30.460" v="6841" actId="20577"/>
          <ac:spMkLst>
            <pc:docMk/>
            <pc:sldMk cId="3694372275" sldId="267"/>
            <ac:spMk id="2" creationId="{E50AEF50-2100-5C34-FDDE-6B9187849EF0}"/>
          </ac:spMkLst>
        </pc:spChg>
        <pc:spChg chg="mod">
          <ac:chgData name="Brooke Fail" userId="567aff0e4767325d" providerId="LiveId" clId="{6597D40B-192C-4A0D-9906-A7C316EAA583}" dt="2026-04-14T03:43:55.885" v="6826" actId="20577"/>
          <ac:spMkLst>
            <pc:docMk/>
            <pc:sldMk cId="3694372275" sldId="267"/>
            <ac:spMk id="3" creationId="{D434DB80-A619-0831-0F29-822EA26549BE}"/>
          </ac:spMkLst>
        </pc:spChg>
      </pc:sldChg>
      <pc:sldChg chg="delSp modSp add mod modClrScheme chgLayout">
        <pc:chgData name="Brooke Fail" userId="567aff0e4767325d" providerId="LiveId" clId="{6597D40B-192C-4A0D-9906-A7C316EAA583}" dt="2026-04-15T23:16:48.927" v="7152" actId="20577"/>
        <pc:sldMkLst>
          <pc:docMk/>
          <pc:sldMk cId="1406080545" sldId="268"/>
        </pc:sldMkLst>
        <pc:spChg chg="mod ord">
          <ac:chgData name="Brooke Fail" userId="567aff0e4767325d" providerId="LiveId" clId="{6597D40B-192C-4A0D-9906-A7C316EAA583}" dt="2026-04-13T22:59:59.295" v="1040" actId="700"/>
          <ac:spMkLst>
            <pc:docMk/>
            <pc:sldMk cId="1406080545" sldId="268"/>
            <ac:spMk id="2" creationId="{35A2A931-F874-65E0-502D-F7BFDF499E9A}"/>
          </ac:spMkLst>
        </pc:spChg>
        <pc:spChg chg="mod ord">
          <ac:chgData name="Brooke Fail" userId="567aff0e4767325d" providerId="LiveId" clId="{6597D40B-192C-4A0D-9906-A7C316EAA583}" dt="2026-04-14T00:02:33.398" v="4134" actId="6549"/>
          <ac:spMkLst>
            <pc:docMk/>
            <pc:sldMk cId="1406080545" sldId="268"/>
            <ac:spMk id="9" creationId="{35439BD0-D440-8DC5-1587-20C1B6741E20}"/>
          </ac:spMkLst>
        </pc:spChg>
        <pc:spChg chg="mod ord">
          <ac:chgData name="Brooke Fail" userId="567aff0e4767325d" providerId="LiveId" clId="{6597D40B-192C-4A0D-9906-A7C316EAA583}" dt="2026-04-15T23:16:48.927" v="7152" actId="20577"/>
          <ac:spMkLst>
            <pc:docMk/>
            <pc:sldMk cId="1406080545" sldId="268"/>
            <ac:spMk id="11" creationId="{70607E70-2E79-4B8F-C70B-807EE7FB5605}"/>
          </ac:spMkLst>
        </pc:spChg>
      </pc:sldChg>
      <pc:sldChg chg="addSp delSp modSp add mod">
        <pc:chgData name="Brooke Fail" userId="567aff0e4767325d" providerId="LiveId" clId="{6597D40B-192C-4A0D-9906-A7C316EAA583}" dt="2026-04-14T03:58:26.608" v="6935" actId="1076"/>
        <pc:sldMkLst>
          <pc:docMk/>
          <pc:sldMk cId="507073923" sldId="269"/>
        </pc:sldMkLst>
        <pc:spChg chg="mod">
          <ac:chgData name="Brooke Fail" userId="567aff0e4767325d" providerId="LiveId" clId="{6597D40B-192C-4A0D-9906-A7C316EAA583}" dt="2026-04-14T00:16:48.581" v="4270" actId="20577"/>
          <ac:spMkLst>
            <pc:docMk/>
            <pc:sldMk cId="507073923" sldId="269"/>
            <ac:spMk id="2" creationId="{25C08FAA-D2D4-24DB-C769-80C24FC983E4}"/>
          </ac:spMkLst>
        </pc:spChg>
        <pc:spChg chg="mod">
          <ac:chgData name="Brooke Fail" userId="567aff0e4767325d" providerId="LiveId" clId="{6597D40B-192C-4A0D-9906-A7C316EAA583}" dt="2026-04-14T03:58:11.042" v="6931" actId="14100"/>
          <ac:spMkLst>
            <pc:docMk/>
            <pc:sldMk cId="507073923" sldId="269"/>
            <ac:spMk id="3" creationId="{5B39A4A6-74BC-4397-BE1E-DFF882C93612}"/>
          </ac:spMkLst>
        </pc:spChg>
        <pc:spChg chg="del mod">
          <ac:chgData name="Brooke Fail" userId="567aff0e4767325d" providerId="LiveId" clId="{6597D40B-192C-4A0D-9906-A7C316EAA583}" dt="2026-04-14T00:08:47.790" v="4151" actId="478"/>
          <ac:spMkLst>
            <pc:docMk/>
            <pc:sldMk cId="507073923" sldId="269"/>
            <ac:spMk id="4" creationId="{B7959A45-48BD-F758-8DC6-CDE3F9152C5E}"/>
          </ac:spMkLst>
        </pc:spChg>
        <pc:spChg chg="add">
          <ac:chgData name="Brooke Fail" userId="567aff0e4767325d" providerId="LiveId" clId="{6597D40B-192C-4A0D-9906-A7C316EAA583}" dt="2026-04-14T01:25:05.766" v="5975"/>
          <ac:spMkLst>
            <pc:docMk/>
            <pc:sldMk cId="507073923" sldId="269"/>
            <ac:spMk id="4" creationId="{FA65998F-2FCF-91AE-D9DF-3535717F5822}"/>
          </ac:spMkLst>
        </pc:spChg>
        <pc:picChg chg="add mod">
          <ac:chgData name="Brooke Fail" userId="567aff0e4767325d" providerId="LiveId" clId="{6597D40B-192C-4A0D-9906-A7C316EAA583}" dt="2026-04-14T03:58:24.018" v="6934" actId="1076"/>
          <ac:picMkLst>
            <pc:docMk/>
            <pc:sldMk cId="507073923" sldId="269"/>
            <ac:picMk id="5" creationId="{C3E4EA54-49C0-94C4-E991-4A4495EA104F}"/>
          </ac:picMkLst>
        </pc:picChg>
        <pc:picChg chg="add mod">
          <ac:chgData name="Brooke Fail" userId="567aff0e4767325d" providerId="LiveId" clId="{6597D40B-192C-4A0D-9906-A7C316EAA583}" dt="2026-04-14T03:58:26.608" v="6935" actId="1076"/>
          <ac:picMkLst>
            <pc:docMk/>
            <pc:sldMk cId="507073923" sldId="269"/>
            <ac:picMk id="7" creationId="{AC4855F8-D3A1-6E57-1B14-FF2565976B8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1DBC8-01EB-49AC-BF71-861DC555F095}" type="doc">
      <dgm:prSet loTypeId="urn:microsoft.com/office/officeart/2008/layout/LinedLis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52B3168-0A66-408A-ACCF-F40F2F6F984A}">
      <dgm:prSet/>
      <dgm:spPr/>
      <dgm:t>
        <a:bodyPr/>
        <a:lstStyle/>
        <a:p>
          <a:r>
            <a:rPr lang="en-US"/>
            <a:t>User login</a:t>
          </a:r>
        </a:p>
      </dgm:t>
    </dgm:pt>
    <dgm:pt modelId="{F52ED53A-9331-46CC-AE0A-E15E8092BA88}" type="parTrans" cxnId="{B2F77770-BA89-40F6-9983-1075B8E4B583}">
      <dgm:prSet/>
      <dgm:spPr/>
      <dgm:t>
        <a:bodyPr/>
        <a:lstStyle/>
        <a:p>
          <a:endParaRPr lang="en-US"/>
        </a:p>
      </dgm:t>
    </dgm:pt>
    <dgm:pt modelId="{FB7320CC-F2E0-4ABE-B129-226C23DAFE25}" type="sibTrans" cxnId="{B2F77770-BA89-40F6-9983-1075B8E4B583}">
      <dgm:prSet/>
      <dgm:spPr/>
      <dgm:t>
        <a:bodyPr/>
        <a:lstStyle/>
        <a:p>
          <a:endParaRPr lang="en-US"/>
        </a:p>
      </dgm:t>
    </dgm:pt>
    <dgm:pt modelId="{C1FE968F-2EE6-48F7-A9BA-001D7D55F6A0}">
      <dgm:prSet/>
      <dgm:spPr/>
      <dgm:t>
        <a:bodyPr/>
        <a:lstStyle/>
        <a:p>
          <a:r>
            <a:rPr lang="en-US"/>
            <a:t>Log a mood</a:t>
          </a:r>
        </a:p>
      </dgm:t>
    </dgm:pt>
    <dgm:pt modelId="{A3DEA765-07AE-443B-9AAE-C986E571BD51}" type="parTrans" cxnId="{C6002BC7-E2DD-4DED-BBB5-5D2B399EFCBA}">
      <dgm:prSet/>
      <dgm:spPr/>
      <dgm:t>
        <a:bodyPr/>
        <a:lstStyle/>
        <a:p>
          <a:endParaRPr lang="en-US"/>
        </a:p>
      </dgm:t>
    </dgm:pt>
    <dgm:pt modelId="{8ED9B6AD-781F-4733-B3BA-8DC033027B34}" type="sibTrans" cxnId="{C6002BC7-E2DD-4DED-BBB5-5D2B399EFCBA}">
      <dgm:prSet/>
      <dgm:spPr/>
      <dgm:t>
        <a:bodyPr/>
        <a:lstStyle/>
        <a:p>
          <a:endParaRPr lang="en-US"/>
        </a:p>
      </dgm:t>
    </dgm:pt>
    <dgm:pt modelId="{9561DDAD-B159-49BC-A4EB-5BA6350C0913}">
      <dgm:prSet/>
      <dgm:spPr/>
      <dgm:t>
        <a:bodyPr/>
        <a:lstStyle/>
        <a:p>
          <a:r>
            <a:rPr lang="en-US"/>
            <a:t>View Profile page</a:t>
          </a:r>
        </a:p>
      </dgm:t>
    </dgm:pt>
    <dgm:pt modelId="{56DD8799-F6F4-48D8-8327-19B6AB69FA4C}" type="parTrans" cxnId="{23EDECC5-D252-49C9-80C0-5EE298F1598D}">
      <dgm:prSet/>
      <dgm:spPr/>
      <dgm:t>
        <a:bodyPr/>
        <a:lstStyle/>
        <a:p>
          <a:endParaRPr lang="en-US"/>
        </a:p>
      </dgm:t>
    </dgm:pt>
    <dgm:pt modelId="{99D16E53-267D-4109-A9C9-3354F9C8D567}" type="sibTrans" cxnId="{23EDECC5-D252-49C9-80C0-5EE298F1598D}">
      <dgm:prSet/>
      <dgm:spPr/>
      <dgm:t>
        <a:bodyPr/>
        <a:lstStyle/>
        <a:p>
          <a:endParaRPr lang="en-US"/>
        </a:p>
      </dgm:t>
    </dgm:pt>
    <dgm:pt modelId="{54009D8E-9BE5-48AA-B16E-C8BB7C4C8BB8}">
      <dgm:prSet/>
      <dgm:spPr/>
      <dgm:t>
        <a:bodyPr/>
        <a:lstStyle/>
        <a:p>
          <a:r>
            <a:rPr lang="en-US"/>
            <a:t>View Tracking Page</a:t>
          </a:r>
        </a:p>
      </dgm:t>
    </dgm:pt>
    <dgm:pt modelId="{BD56168E-0E68-4586-9BD4-DC7DF503E72E}" type="parTrans" cxnId="{911791D3-5EC2-4249-AF0C-9777EAD27DD5}">
      <dgm:prSet/>
      <dgm:spPr/>
      <dgm:t>
        <a:bodyPr/>
        <a:lstStyle/>
        <a:p>
          <a:endParaRPr lang="en-US"/>
        </a:p>
      </dgm:t>
    </dgm:pt>
    <dgm:pt modelId="{567EFAAE-CB1E-4F57-8D19-7DDF8208604A}" type="sibTrans" cxnId="{911791D3-5EC2-4249-AF0C-9777EAD27DD5}">
      <dgm:prSet/>
      <dgm:spPr/>
      <dgm:t>
        <a:bodyPr/>
        <a:lstStyle/>
        <a:p>
          <a:endParaRPr lang="en-US"/>
        </a:p>
      </dgm:t>
    </dgm:pt>
    <dgm:pt modelId="{C69A620C-A422-4F02-912B-E18389A74AB2}">
      <dgm:prSet/>
      <dgm:spPr/>
      <dgm:t>
        <a:bodyPr/>
        <a:lstStyle/>
        <a:p>
          <a:r>
            <a:rPr lang="en-US"/>
            <a:t>Edit an entry</a:t>
          </a:r>
        </a:p>
      </dgm:t>
    </dgm:pt>
    <dgm:pt modelId="{88E93383-D682-47EF-8470-DC76CAD074E2}" type="parTrans" cxnId="{DC0B3ED3-E7F6-4A3A-B527-2E344C0BAE5F}">
      <dgm:prSet/>
      <dgm:spPr/>
      <dgm:t>
        <a:bodyPr/>
        <a:lstStyle/>
        <a:p>
          <a:endParaRPr lang="en-US"/>
        </a:p>
      </dgm:t>
    </dgm:pt>
    <dgm:pt modelId="{731DDC55-9A2B-4757-997C-C522DA1A8BD6}" type="sibTrans" cxnId="{DC0B3ED3-E7F6-4A3A-B527-2E344C0BAE5F}">
      <dgm:prSet/>
      <dgm:spPr/>
      <dgm:t>
        <a:bodyPr/>
        <a:lstStyle/>
        <a:p>
          <a:endParaRPr lang="en-US"/>
        </a:p>
      </dgm:t>
    </dgm:pt>
    <dgm:pt modelId="{F6EFD49E-BAC1-420E-8E43-ECF5CC1A145C}">
      <dgm:prSet/>
      <dgm:spPr/>
      <dgm:t>
        <a:bodyPr/>
        <a:lstStyle/>
        <a:p>
          <a:r>
            <a:rPr lang="en-US"/>
            <a:t>Delete an entry</a:t>
          </a:r>
        </a:p>
      </dgm:t>
    </dgm:pt>
    <dgm:pt modelId="{549A0DE8-CC21-471D-B9DD-BAB86E3876DF}" type="parTrans" cxnId="{8A7CF118-9BC7-4010-8417-EB76CC063528}">
      <dgm:prSet/>
      <dgm:spPr/>
      <dgm:t>
        <a:bodyPr/>
        <a:lstStyle/>
        <a:p>
          <a:endParaRPr lang="en-US"/>
        </a:p>
      </dgm:t>
    </dgm:pt>
    <dgm:pt modelId="{8A1F29EA-F09F-4C68-80A7-63D3BE8D47FA}" type="sibTrans" cxnId="{8A7CF118-9BC7-4010-8417-EB76CC063528}">
      <dgm:prSet/>
      <dgm:spPr/>
      <dgm:t>
        <a:bodyPr/>
        <a:lstStyle/>
        <a:p>
          <a:endParaRPr lang="en-US"/>
        </a:p>
      </dgm:t>
    </dgm:pt>
    <dgm:pt modelId="{D0831E7C-BAF5-4459-A51D-FB4D1A6B45A5}">
      <dgm:prSet/>
      <dgm:spPr/>
      <dgm:t>
        <a:bodyPr/>
        <a:lstStyle/>
        <a:p>
          <a:r>
            <a:rPr lang="en-US" dirty="0"/>
            <a:t>View Reports page</a:t>
          </a:r>
        </a:p>
      </dgm:t>
    </dgm:pt>
    <dgm:pt modelId="{1B9CC76E-4959-4B84-BFB6-20D2150C2B4F}" type="parTrans" cxnId="{F24CF3CC-5310-49B8-9120-70E655F91DE1}">
      <dgm:prSet/>
      <dgm:spPr/>
      <dgm:t>
        <a:bodyPr/>
        <a:lstStyle/>
        <a:p>
          <a:endParaRPr lang="en-US"/>
        </a:p>
      </dgm:t>
    </dgm:pt>
    <dgm:pt modelId="{DB946F22-FEEC-413E-A3EF-9DC1804F10BC}" type="sibTrans" cxnId="{F24CF3CC-5310-49B8-9120-70E655F91DE1}">
      <dgm:prSet/>
      <dgm:spPr/>
      <dgm:t>
        <a:bodyPr/>
        <a:lstStyle/>
        <a:p>
          <a:endParaRPr lang="en-US"/>
        </a:p>
      </dgm:t>
    </dgm:pt>
    <dgm:pt modelId="{DAF3C455-B0C2-4EEA-B723-CF6270C55DEB}">
      <dgm:prSet/>
      <dgm:spPr/>
      <dgm:t>
        <a:bodyPr/>
        <a:lstStyle/>
        <a:p>
          <a:r>
            <a:rPr lang="en-US"/>
            <a:t>Log out</a:t>
          </a:r>
          <a:endParaRPr lang="en-US" dirty="0"/>
        </a:p>
      </dgm:t>
    </dgm:pt>
    <dgm:pt modelId="{C68581D6-683A-42E7-B67A-A46FBC1DB7E8}" type="parTrans" cxnId="{846032B7-9510-49DA-8B09-FF2D12D6C5F4}">
      <dgm:prSet/>
      <dgm:spPr/>
      <dgm:t>
        <a:bodyPr/>
        <a:lstStyle/>
        <a:p>
          <a:endParaRPr lang="en-US"/>
        </a:p>
      </dgm:t>
    </dgm:pt>
    <dgm:pt modelId="{4EFBBB45-9E47-4E57-A373-DE085E96D926}" type="sibTrans" cxnId="{846032B7-9510-49DA-8B09-FF2D12D6C5F4}">
      <dgm:prSet/>
      <dgm:spPr/>
      <dgm:t>
        <a:bodyPr/>
        <a:lstStyle/>
        <a:p>
          <a:endParaRPr lang="en-US"/>
        </a:p>
      </dgm:t>
    </dgm:pt>
    <dgm:pt modelId="{997A94F6-EB81-4706-B242-C65E42F91DA7}" type="pres">
      <dgm:prSet presAssocID="{D181DBC8-01EB-49AC-BF71-861DC555F095}" presName="vert0" presStyleCnt="0">
        <dgm:presLayoutVars>
          <dgm:dir/>
          <dgm:animOne val="branch"/>
          <dgm:animLvl val="lvl"/>
        </dgm:presLayoutVars>
      </dgm:prSet>
      <dgm:spPr/>
    </dgm:pt>
    <dgm:pt modelId="{6AE81249-BF38-41BB-9094-E9E4E0422BAE}" type="pres">
      <dgm:prSet presAssocID="{652B3168-0A66-408A-ACCF-F40F2F6F984A}" presName="thickLine" presStyleLbl="alignNode1" presStyleIdx="0" presStyleCnt="8"/>
      <dgm:spPr/>
    </dgm:pt>
    <dgm:pt modelId="{299E1B32-4CF3-4C1F-9F33-0DBF129EDF98}" type="pres">
      <dgm:prSet presAssocID="{652B3168-0A66-408A-ACCF-F40F2F6F984A}" presName="horz1" presStyleCnt="0"/>
      <dgm:spPr/>
    </dgm:pt>
    <dgm:pt modelId="{A6A0BA11-B834-4F98-8E51-E960B14AB055}" type="pres">
      <dgm:prSet presAssocID="{652B3168-0A66-408A-ACCF-F40F2F6F984A}" presName="tx1" presStyleLbl="revTx" presStyleIdx="0" presStyleCnt="8"/>
      <dgm:spPr/>
    </dgm:pt>
    <dgm:pt modelId="{96436B09-13C7-443B-9207-0E39575ABD2E}" type="pres">
      <dgm:prSet presAssocID="{652B3168-0A66-408A-ACCF-F40F2F6F984A}" presName="vert1" presStyleCnt="0"/>
      <dgm:spPr/>
    </dgm:pt>
    <dgm:pt modelId="{B3012187-B90C-475F-804F-8111E371ED19}" type="pres">
      <dgm:prSet presAssocID="{C1FE968F-2EE6-48F7-A9BA-001D7D55F6A0}" presName="thickLine" presStyleLbl="alignNode1" presStyleIdx="1" presStyleCnt="8"/>
      <dgm:spPr/>
    </dgm:pt>
    <dgm:pt modelId="{5263DFEE-D865-4FEF-81A8-27738DD342D2}" type="pres">
      <dgm:prSet presAssocID="{C1FE968F-2EE6-48F7-A9BA-001D7D55F6A0}" presName="horz1" presStyleCnt="0"/>
      <dgm:spPr/>
    </dgm:pt>
    <dgm:pt modelId="{834BD442-1D23-4766-BF0B-A0AD29B1EBE4}" type="pres">
      <dgm:prSet presAssocID="{C1FE968F-2EE6-48F7-A9BA-001D7D55F6A0}" presName="tx1" presStyleLbl="revTx" presStyleIdx="1" presStyleCnt="8"/>
      <dgm:spPr/>
    </dgm:pt>
    <dgm:pt modelId="{7D4A6F27-3B97-46D0-B10B-F459E1D99EFE}" type="pres">
      <dgm:prSet presAssocID="{C1FE968F-2EE6-48F7-A9BA-001D7D55F6A0}" presName="vert1" presStyleCnt="0"/>
      <dgm:spPr/>
    </dgm:pt>
    <dgm:pt modelId="{AD80A924-73E3-434D-8D8A-D7967745A392}" type="pres">
      <dgm:prSet presAssocID="{9561DDAD-B159-49BC-A4EB-5BA6350C0913}" presName="thickLine" presStyleLbl="alignNode1" presStyleIdx="2" presStyleCnt="8"/>
      <dgm:spPr/>
    </dgm:pt>
    <dgm:pt modelId="{E2086D83-D985-442D-9221-70C47020453F}" type="pres">
      <dgm:prSet presAssocID="{9561DDAD-B159-49BC-A4EB-5BA6350C0913}" presName="horz1" presStyleCnt="0"/>
      <dgm:spPr/>
    </dgm:pt>
    <dgm:pt modelId="{2EB06C8F-FEFD-4F20-8512-8558089DEFBC}" type="pres">
      <dgm:prSet presAssocID="{9561DDAD-B159-49BC-A4EB-5BA6350C0913}" presName="tx1" presStyleLbl="revTx" presStyleIdx="2" presStyleCnt="8"/>
      <dgm:spPr/>
    </dgm:pt>
    <dgm:pt modelId="{21E5B122-2110-4D78-B77D-12D242172812}" type="pres">
      <dgm:prSet presAssocID="{9561DDAD-B159-49BC-A4EB-5BA6350C0913}" presName="vert1" presStyleCnt="0"/>
      <dgm:spPr/>
    </dgm:pt>
    <dgm:pt modelId="{3B4F4D6C-D76B-41CE-B877-8339FC4688A9}" type="pres">
      <dgm:prSet presAssocID="{54009D8E-9BE5-48AA-B16E-C8BB7C4C8BB8}" presName="thickLine" presStyleLbl="alignNode1" presStyleIdx="3" presStyleCnt="8"/>
      <dgm:spPr/>
    </dgm:pt>
    <dgm:pt modelId="{22EE8934-A722-49A5-A990-58D50C689038}" type="pres">
      <dgm:prSet presAssocID="{54009D8E-9BE5-48AA-B16E-C8BB7C4C8BB8}" presName="horz1" presStyleCnt="0"/>
      <dgm:spPr/>
    </dgm:pt>
    <dgm:pt modelId="{9E02AAD3-8056-4E2F-9228-B657182171DA}" type="pres">
      <dgm:prSet presAssocID="{54009D8E-9BE5-48AA-B16E-C8BB7C4C8BB8}" presName="tx1" presStyleLbl="revTx" presStyleIdx="3" presStyleCnt="8"/>
      <dgm:spPr/>
    </dgm:pt>
    <dgm:pt modelId="{A0218ABF-343F-49C6-91B0-D4D3561C8B32}" type="pres">
      <dgm:prSet presAssocID="{54009D8E-9BE5-48AA-B16E-C8BB7C4C8BB8}" presName="vert1" presStyleCnt="0"/>
      <dgm:spPr/>
    </dgm:pt>
    <dgm:pt modelId="{6C951117-5F51-4949-BB3C-000CA591136D}" type="pres">
      <dgm:prSet presAssocID="{C69A620C-A422-4F02-912B-E18389A74AB2}" presName="thickLine" presStyleLbl="alignNode1" presStyleIdx="4" presStyleCnt="8"/>
      <dgm:spPr/>
    </dgm:pt>
    <dgm:pt modelId="{6312D4EF-22FF-4686-B8BC-2F86C5DD3F1A}" type="pres">
      <dgm:prSet presAssocID="{C69A620C-A422-4F02-912B-E18389A74AB2}" presName="horz1" presStyleCnt="0"/>
      <dgm:spPr/>
    </dgm:pt>
    <dgm:pt modelId="{97E33E9B-2B3E-4C0A-8718-CBAB16F17304}" type="pres">
      <dgm:prSet presAssocID="{C69A620C-A422-4F02-912B-E18389A74AB2}" presName="tx1" presStyleLbl="revTx" presStyleIdx="4" presStyleCnt="8"/>
      <dgm:spPr/>
    </dgm:pt>
    <dgm:pt modelId="{E7A7CF97-841B-4DD9-BD63-6B123D665120}" type="pres">
      <dgm:prSet presAssocID="{C69A620C-A422-4F02-912B-E18389A74AB2}" presName="vert1" presStyleCnt="0"/>
      <dgm:spPr/>
    </dgm:pt>
    <dgm:pt modelId="{EEC584CB-4677-4814-81B5-3FAEAAB609FC}" type="pres">
      <dgm:prSet presAssocID="{F6EFD49E-BAC1-420E-8E43-ECF5CC1A145C}" presName="thickLine" presStyleLbl="alignNode1" presStyleIdx="5" presStyleCnt="8"/>
      <dgm:spPr/>
    </dgm:pt>
    <dgm:pt modelId="{6F3AEFF2-19E9-4072-8B72-B746A94BA74F}" type="pres">
      <dgm:prSet presAssocID="{F6EFD49E-BAC1-420E-8E43-ECF5CC1A145C}" presName="horz1" presStyleCnt="0"/>
      <dgm:spPr/>
    </dgm:pt>
    <dgm:pt modelId="{EDE86C2E-1937-494A-83C3-D925EBC5CA29}" type="pres">
      <dgm:prSet presAssocID="{F6EFD49E-BAC1-420E-8E43-ECF5CC1A145C}" presName="tx1" presStyleLbl="revTx" presStyleIdx="5" presStyleCnt="8"/>
      <dgm:spPr/>
    </dgm:pt>
    <dgm:pt modelId="{42EED3B6-56AF-42A1-84A5-B7CEC4F80391}" type="pres">
      <dgm:prSet presAssocID="{F6EFD49E-BAC1-420E-8E43-ECF5CC1A145C}" presName="vert1" presStyleCnt="0"/>
      <dgm:spPr/>
    </dgm:pt>
    <dgm:pt modelId="{F22C2541-1B47-4D7D-AEC8-793D85C45C8F}" type="pres">
      <dgm:prSet presAssocID="{D0831E7C-BAF5-4459-A51D-FB4D1A6B45A5}" presName="thickLine" presStyleLbl="alignNode1" presStyleIdx="6" presStyleCnt="8"/>
      <dgm:spPr/>
    </dgm:pt>
    <dgm:pt modelId="{35C4311B-172B-49C5-AFE5-557CCA6514D3}" type="pres">
      <dgm:prSet presAssocID="{D0831E7C-BAF5-4459-A51D-FB4D1A6B45A5}" presName="horz1" presStyleCnt="0"/>
      <dgm:spPr/>
    </dgm:pt>
    <dgm:pt modelId="{2EF38888-C2BC-4449-8CCE-BC4081563F31}" type="pres">
      <dgm:prSet presAssocID="{D0831E7C-BAF5-4459-A51D-FB4D1A6B45A5}" presName="tx1" presStyleLbl="revTx" presStyleIdx="6" presStyleCnt="8"/>
      <dgm:spPr/>
    </dgm:pt>
    <dgm:pt modelId="{F3838CE8-9547-424E-A520-CA6E8357601F}" type="pres">
      <dgm:prSet presAssocID="{D0831E7C-BAF5-4459-A51D-FB4D1A6B45A5}" presName="vert1" presStyleCnt="0"/>
      <dgm:spPr/>
    </dgm:pt>
    <dgm:pt modelId="{B558A91E-01A9-411B-93D7-A787ECE2A595}" type="pres">
      <dgm:prSet presAssocID="{DAF3C455-B0C2-4EEA-B723-CF6270C55DEB}" presName="thickLine" presStyleLbl="alignNode1" presStyleIdx="7" presStyleCnt="8"/>
      <dgm:spPr/>
    </dgm:pt>
    <dgm:pt modelId="{6288EE3A-E704-4C7E-90EA-B5E7F045CC2B}" type="pres">
      <dgm:prSet presAssocID="{DAF3C455-B0C2-4EEA-B723-CF6270C55DEB}" presName="horz1" presStyleCnt="0"/>
      <dgm:spPr/>
    </dgm:pt>
    <dgm:pt modelId="{51E20258-1AF6-40E8-80E2-DA1E763DA549}" type="pres">
      <dgm:prSet presAssocID="{DAF3C455-B0C2-4EEA-B723-CF6270C55DEB}" presName="tx1" presStyleLbl="revTx" presStyleIdx="7" presStyleCnt="8"/>
      <dgm:spPr/>
    </dgm:pt>
    <dgm:pt modelId="{BD1B0227-E69A-4649-887B-DBE5CE30700E}" type="pres">
      <dgm:prSet presAssocID="{DAF3C455-B0C2-4EEA-B723-CF6270C55DEB}" presName="vert1" presStyleCnt="0"/>
      <dgm:spPr/>
    </dgm:pt>
  </dgm:ptLst>
  <dgm:cxnLst>
    <dgm:cxn modelId="{77169E0E-F539-46AC-809A-40DCB81BEDC3}" type="presOf" srcId="{D181DBC8-01EB-49AC-BF71-861DC555F095}" destId="{997A94F6-EB81-4706-B242-C65E42F91DA7}" srcOrd="0" destOrd="0" presId="urn:microsoft.com/office/officeart/2008/layout/LinedList"/>
    <dgm:cxn modelId="{8A7CF118-9BC7-4010-8417-EB76CC063528}" srcId="{D181DBC8-01EB-49AC-BF71-861DC555F095}" destId="{F6EFD49E-BAC1-420E-8E43-ECF5CC1A145C}" srcOrd="5" destOrd="0" parTransId="{549A0DE8-CC21-471D-B9DD-BAB86E3876DF}" sibTransId="{8A1F29EA-F09F-4C68-80A7-63D3BE8D47FA}"/>
    <dgm:cxn modelId="{3F74A724-BB58-4A4A-B99C-4712BD59D77F}" type="presOf" srcId="{F6EFD49E-BAC1-420E-8E43-ECF5CC1A145C}" destId="{EDE86C2E-1937-494A-83C3-D925EBC5CA29}" srcOrd="0" destOrd="0" presId="urn:microsoft.com/office/officeart/2008/layout/LinedList"/>
    <dgm:cxn modelId="{4325AC25-7F8E-4F51-9B2B-1D99BA617FB7}" type="presOf" srcId="{C69A620C-A422-4F02-912B-E18389A74AB2}" destId="{97E33E9B-2B3E-4C0A-8718-CBAB16F17304}" srcOrd="0" destOrd="0" presId="urn:microsoft.com/office/officeart/2008/layout/LinedList"/>
    <dgm:cxn modelId="{6FFFD94E-FCD5-481B-8770-C89D198B60DF}" type="presOf" srcId="{652B3168-0A66-408A-ACCF-F40F2F6F984A}" destId="{A6A0BA11-B834-4F98-8E51-E960B14AB055}" srcOrd="0" destOrd="0" presId="urn:microsoft.com/office/officeart/2008/layout/LinedList"/>
    <dgm:cxn modelId="{B2F77770-BA89-40F6-9983-1075B8E4B583}" srcId="{D181DBC8-01EB-49AC-BF71-861DC555F095}" destId="{652B3168-0A66-408A-ACCF-F40F2F6F984A}" srcOrd="0" destOrd="0" parTransId="{F52ED53A-9331-46CC-AE0A-E15E8092BA88}" sibTransId="{FB7320CC-F2E0-4ABE-B129-226C23DAFE25}"/>
    <dgm:cxn modelId="{783C005A-8760-46BC-8FA6-B9D57ADB06C6}" type="presOf" srcId="{DAF3C455-B0C2-4EEA-B723-CF6270C55DEB}" destId="{51E20258-1AF6-40E8-80E2-DA1E763DA549}" srcOrd="0" destOrd="0" presId="urn:microsoft.com/office/officeart/2008/layout/LinedList"/>
    <dgm:cxn modelId="{846032B7-9510-49DA-8B09-FF2D12D6C5F4}" srcId="{D181DBC8-01EB-49AC-BF71-861DC555F095}" destId="{DAF3C455-B0C2-4EEA-B723-CF6270C55DEB}" srcOrd="7" destOrd="0" parTransId="{C68581D6-683A-42E7-B67A-A46FBC1DB7E8}" sibTransId="{4EFBBB45-9E47-4E57-A373-DE085E96D926}"/>
    <dgm:cxn modelId="{23EDECC5-D252-49C9-80C0-5EE298F1598D}" srcId="{D181DBC8-01EB-49AC-BF71-861DC555F095}" destId="{9561DDAD-B159-49BC-A4EB-5BA6350C0913}" srcOrd="2" destOrd="0" parTransId="{56DD8799-F6F4-48D8-8327-19B6AB69FA4C}" sibTransId="{99D16E53-267D-4109-A9C9-3354F9C8D567}"/>
    <dgm:cxn modelId="{C6002BC7-E2DD-4DED-BBB5-5D2B399EFCBA}" srcId="{D181DBC8-01EB-49AC-BF71-861DC555F095}" destId="{C1FE968F-2EE6-48F7-A9BA-001D7D55F6A0}" srcOrd="1" destOrd="0" parTransId="{A3DEA765-07AE-443B-9AAE-C986E571BD51}" sibTransId="{8ED9B6AD-781F-4733-B3BA-8DC033027B34}"/>
    <dgm:cxn modelId="{F24CF3CC-5310-49B8-9120-70E655F91DE1}" srcId="{D181DBC8-01EB-49AC-BF71-861DC555F095}" destId="{D0831E7C-BAF5-4459-A51D-FB4D1A6B45A5}" srcOrd="6" destOrd="0" parTransId="{1B9CC76E-4959-4B84-BFB6-20D2150C2B4F}" sibTransId="{DB946F22-FEEC-413E-A3EF-9DC1804F10BC}"/>
    <dgm:cxn modelId="{581CABCD-F5FD-4C12-8336-A56F01C562A6}" type="presOf" srcId="{C1FE968F-2EE6-48F7-A9BA-001D7D55F6A0}" destId="{834BD442-1D23-4766-BF0B-A0AD29B1EBE4}" srcOrd="0" destOrd="0" presId="urn:microsoft.com/office/officeart/2008/layout/LinedList"/>
    <dgm:cxn modelId="{DC0B3ED3-E7F6-4A3A-B527-2E344C0BAE5F}" srcId="{D181DBC8-01EB-49AC-BF71-861DC555F095}" destId="{C69A620C-A422-4F02-912B-E18389A74AB2}" srcOrd="4" destOrd="0" parTransId="{88E93383-D682-47EF-8470-DC76CAD074E2}" sibTransId="{731DDC55-9A2B-4757-997C-C522DA1A8BD6}"/>
    <dgm:cxn modelId="{911791D3-5EC2-4249-AF0C-9777EAD27DD5}" srcId="{D181DBC8-01EB-49AC-BF71-861DC555F095}" destId="{54009D8E-9BE5-48AA-B16E-C8BB7C4C8BB8}" srcOrd="3" destOrd="0" parTransId="{BD56168E-0E68-4586-9BD4-DC7DF503E72E}" sibTransId="{567EFAAE-CB1E-4F57-8D19-7DDF8208604A}"/>
    <dgm:cxn modelId="{A3CEA5D7-56DE-4796-A7EF-22EC466459A5}" type="presOf" srcId="{54009D8E-9BE5-48AA-B16E-C8BB7C4C8BB8}" destId="{9E02AAD3-8056-4E2F-9228-B657182171DA}" srcOrd="0" destOrd="0" presId="urn:microsoft.com/office/officeart/2008/layout/LinedList"/>
    <dgm:cxn modelId="{A6804BFA-67AB-4EB7-948E-B55EC5A59102}" type="presOf" srcId="{D0831E7C-BAF5-4459-A51D-FB4D1A6B45A5}" destId="{2EF38888-C2BC-4449-8CCE-BC4081563F31}" srcOrd="0" destOrd="0" presId="urn:microsoft.com/office/officeart/2008/layout/LinedList"/>
    <dgm:cxn modelId="{67AC89FA-EEA6-40BD-AAD9-CED34DB97088}" type="presOf" srcId="{9561DDAD-B159-49BC-A4EB-5BA6350C0913}" destId="{2EB06C8F-FEFD-4F20-8512-8558089DEFBC}" srcOrd="0" destOrd="0" presId="urn:microsoft.com/office/officeart/2008/layout/LinedList"/>
    <dgm:cxn modelId="{0D291708-CC85-4821-86F8-7825F30BF888}" type="presParOf" srcId="{997A94F6-EB81-4706-B242-C65E42F91DA7}" destId="{6AE81249-BF38-41BB-9094-E9E4E0422BAE}" srcOrd="0" destOrd="0" presId="urn:microsoft.com/office/officeart/2008/layout/LinedList"/>
    <dgm:cxn modelId="{4F707E8C-BC28-4261-BEE1-CAEF850D893F}" type="presParOf" srcId="{997A94F6-EB81-4706-B242-C65E42F91DA7}" destId="{299E1B32-4CF3-4C1F-9F33-0DBF129EDF98}" srcOrd="1" destOrd="0" presId="urn:microsoft.com/office/officeart/2008/layout/LinedList"/>
    <dgm:cxn modelId="{2BC938DB-319E-4849-A77C-6B52383F64F4}" type="presParOf" srcId="{299E1B32-4CF3-4C1F-9F33-0DBF129EDF98}" destId="{A6A0BA11-B834-4F98-8E51-E960B14AB055}" srcOrd="0" destOrd="0" presId="urn:microsoft.com/office/officeart/2008/layout/LinedList"/>
    <dgm:cxn modelId="{FFA25073-8E10-4D98-893D-BE202729A188}" type="presParOf" srcId="{299E1B32-4CF3-4C1F-9F33-0DBF129EDF98}" destId="{96436B09-13C7-443B-9207-0E39575ABD2E}" srcOrd="1" destOrd="0" presId="urn:microsoft.com/office/officeart/2008/layout/LinedList"/>
    <dgm:cxn modelId="{E58F19B8-62F4-423B-B402-41F7A89DC8CE}" type="presParOf" srcId="{997A94F6-EB81-4706-B242-C65E42F91DA7}" destId="{B3012187-B90C-475F-804F-8111E371ED19}" srcOrd="2" destOrd="0" presId="urn:microsoft.com/office/officeart/2008/layout/LinedList"/>
    <dgm:cxn modelId="{1C79A766-AB03-45D2-9E1A-2D581CA520F7}" type="presParOf" srcId="{997A94F6-EB81-4706-B242-C65E42F91DA7}" destId="{5263DFEE-D865-4FEF-81A8-27738DD342D2}" srcOrd="3" destOrd="0" presId="urn:microsoft.com/office/officeart/2008/layout/LinedList"/>
    <dgm:cxn modelId="{41D7865F-1391-4CB3-9166-BB94BC5C8AD7}" type="presParOf" srcId="{5263DFEE-D865-4FEF-81A8-27738DD342D2}" destId="{834BD442-1D23-4766-BF0B-A0AD29B1EBE4}" srcOrd="0" destOrd="0" presId="urn:microsoft.com/office/officeart/2008/layout/LinedList"/>
    <dgm:cxn modelId="{0EB95AC9-35C6-4250-9D56-33D631794DF0}" type="presParOf" srcId="{5263DFEE-D865-4FEF-81A8-27738DD342D2}" destId="{7D4A6F27-3B97-46D0-B10B-F459E1D99EFE}" srcOrd="1" destOrd="0" presId="urn:microsoft.com/office/officeart/2008/layout/LinedList"/>
    <dgm:cxn modelId="{2A042D42-EC75-454E-B86B-7816BD93B197}" type="presParOf" srcId="{997A94F6-EB81-4706-B242-C65E42F91DA7}" destId="{AD80A924-73E3-434D-8D8A-D7967745A392}" srcOrd="4" destOrd="0" presId="urn:microsoft.com/office/officeart/2008/layout/LinedList"/>
    <dgm:cxn modelId="{BC76D4CA-F6E5-45E8-B39F-B688416BDEC2}" type="presParOf" srcId="{997A94F6-EB81-4706-B242-C65E42F91DA7}" destId="{E2086D83-D985-442D-9221-70C47020453F}" srcOrd="5" destOrd="0" presId="urn:microsoft.com/office/officeart/2008/layout/LinedList"/>
    <dgm:cxn modelId="{FAC07FD5-DD98-4A38-8768-40B72C312027}" type="presParOf" srcId="{E2086D83-D985-442D-9221-70C47020453F}" destId="{2EB06C8F-FEFD-4F20-8512-8558089DEFBC}" srcOrd="0" destOrd="0" presId="urn:microsoft.com/office/officeart/2008/layout/LinedList"/>
    <dgm:cxn modelId="{41C20500-E366-4FE6-BFDD-0F746A4C4221}" type="presParOf" srcId="{E2086D83-D985-442D-9221-70C47020453F}" destId="{21E5B122-2110-4D78-B77D-12D242172812}" srcOrd="1" destOrd="0" presId="urn:microsoft.com/office/officeart/2008/layout/LinedList"/>
    <dgm:cxn modelId="{C1749D03-4DA0-4BA9-92D2-304422C8FE50}" type="presParOf" srcId="{997A94F6-EB81-4706-B242-C65E42F91DA7}" destId="{3B4F4D6C-D76B-41CE-B877-8339FC4688A9}" srcOrd="6" destOrd="0" presId="urn:microsoft.com/office/officeart/2008/layout/LinedList"/>
    <dgm:cxn modelId="{261A465F-7D14-4DBD-9B6D-A2F6D32FE46D}" type="presParOf" srcId="{997A94F6-EB81-4706-B242-C65E42F91DA7}" destId="{22EE8934-A722-49A5-A990-58D50C689038}" srcOrd="7" destOrd="0" presId="urn:microsoft.com/office/officeart/2008/layout/LinedList"/>
    <dgm:cxn modelId="{E0F00DF4-6BEF-4208-932C-2855858F57EC}" type="presParOf" srcId="{22EE8934-A722-49A5-A990-58D50C689038}" destId="{9E02AAD3-8056-4E2F-9228-B657182171DA}" srcOrd="0" destOrd="0" presId="urn:microsoft.com/office/officeart/2008/layout/LinedList"/>
    <dgm:cxn modelId="{26838B37-B456-4B40-A73E-D9F5340B5F71}" type="presParOf" srcId="{22EE8934-A722-49A5-A990-58D50C689038}" destId="{A0218ABF-343F-49C6-91B0-D4D3561C8B32}" srcOrd="1" destOrd="0" presId="urn:microsoft.com/office/officeart/2008/layout/LinedList"/>
    <dgm:cxn modelId="{6D560291-766D-48AA-8004-4A16BAFD98BD}" type="presParOf" srcId="{997A94F6-EB81-4706-B242-C65E42F91DA7}" destId="{6C951117-5F51-4949-BB3C-000CA591136D}" srcOrd="8" destOrd="0" presId="urn:microsoft.com/office/officeart/2008/layout/LinedList"/>
    <dgm:cxn modelId="{8A59A576-4D1E-4DD7-8657-E78F10153FFA}" type="presParOf" srcId="{997A94F6-EB81-4706-B242-C65E42F91DA7}" destId="{6312D4EF-22FF-4686-B8BC-2F86C5DD3F1A}" srcOrd="9" destOrd="0" presId="urn:microsoft.com/office/officeart/2008/layout/LinedList"/>
    <dgm:cxn modelId="{F41E7E4F-6471-4476-9973-943C8FABF915}" type="presParOf" srcId="{6312D4EF-22FF-4686-B8BC-2F86C5DD3F1A}" destId="{97E33E9B-2B3E-4C0A-8718-CBAB16F17304}" srcOrd="0" destOrd="0" presId="urn:microsoft.com/office/officeart/2008/layout/LinedList"/>
    <dgm:cxn modelId="{DAA398D5-9AE7-4F6D-9B25-2E4FEE24219F}" type="presParOf" srcId="{6312D4EF-22FF-4686-B8BC-2F86C5DD3F1A}" destId="{E7A7CF97-841B-4DD9-BD63-6B123D665120}" srcOrd="1" destOrd="0" presId="urn:microsoft.com/office/officeart/2008/layout/LinedList"/>
    <dgm:cxn modelId="{637F0DFB-84E2-402D-929F-F6BBE22EB363}" type="presParOf" srcId="{997A94F6-EB81-4706-B242-C65E42F91DA7}" destId="{EEC584CB-4677-4814-81B5-3FAEAAB609FC}" srcOrd="10" destOrd="0" presId="urn:microsoft.com/office/officeart/2008/layout/LinedList"/>
    <dgm:cxn modelId="{224ED884-C72B-4315-97F2-470F895BDF13}" type="presParOf" srcId="{997A94F6-EB81-4706-B242-C65E42F91DA7}" destId="{6F3AEFF2-19E9-4072-8B72-B746A94BA74F}" srcOrd="11" destOrd="0" presId="urn:microsoft.com/office/officeart/2008/layout/LinedList"/>
    <dgm:cxn modelId="{3F34DFF8-FC49-4DEC-B16F-E7AA381122FE}" type="presParOf" srcId="{6F3AEFF2-19E9-4072-8B72-B746A94BA74F}" destId="{EDE86C2E-1937-494A-83C3-D925EBC5CA29}" srcOrd="0" destOrd="0" presId="urn:microsoft.com/office/officeart/2008/layout/LinedList"/>
    <dgm:cxn modelId="{41B8FCA8-14BE-4220-B5EF-6A24BFCDA1F0}" type="presParOf" srcId="{6F3AEFF2-19E9-4072-8B72-B746A94BA74F}" destId="{42EED3B6-56AF-42A1-84A5-B7CEC4F80391}" srcOrd="1" destOrd="0" presId="urn:microsoft.com/office/officeart/2008/layout/LinedList"/>
    <dgm:cxn modelId="{AF02BB9B-61F7-46A0-9D99-824DF88B46D1}" type="presParOf" srcId="{997A94F6-EB81-4706-B242-C65E42F91DA7}" destId="{F22C2541-1B47-4D7D-AEC8-793D85C45C8F}" srcOrd="12" destOrd="0" presId="urn:microsoft.com/office/officeart/2008/layout/LinedList"/>
    <dgm:cxn modelId="{E874BE6A-1F76-4415-BFFD-4574AE330098}" type="presParOf" srcId="{997A94F6-EB81-4706-B242-C65E42F91DA7}" destId="{35C4311B-172B-49C5-AFE5-557CCA6514D3}" srcOrd="13" destOrd="0" presId="urn:microsoft.com/office/officeart/2008/layout/LinedList"/>
    <dgm:cxn modelId="{50D93279-10CC-43C6-AE02-283D39F53655}" type="presParOf" srcId="{35C4311B-172B-49C5-AFE5-557CCA6514D3}" destId="{2EF38888-C2BC-4449-8CCE-BC4081563F31}" srcOrd="0" destOrd="0" presId="urn:microsoft.com/office/officeart/2008/layout/LinedList"/>
    <dgm:cxn modelId="{6A7C9A20-1FE2-4556-B65A-70381802A81C}" type="presParOf" srcId="{35C4311B-172B-49C5-AFE5-557CCA6514D3}" destId="{F3838CE8-9547-424E-A520-CA6E8357601F}" srcOrd="1" destOrd="0" presId="urn:microsoft.com/office/officeart/2008/layout/LinedList"/>
    <dgm:cxn modelId="{696C7288-83FE-49C9-9C99-DD26FDFEEA9F}" type="presParOf" srcId="{997A94F6-EB81-4706-B242-C65E42F91DA7}" destId="{B558A91E-01A9-411B-93D7-A787ECE2A595}" srcOrd="14" destOrd="0" presId="urn:microsoft.com/office/officeart/2008/layout/LinedList"/>
    <dgm:cxn modelId="{19BB9143-F129-43A2-9176-700C6801F2F8}" type="presParOf" srcId="{997A94F6-EB81-4706-B242-C65E42F91DA7}" destId="{6288EE3A-E704-4C7E-90EA-B5E7F045CC2B}" srcOrd="15" destOrd="0" presId="urn:microsoft.com/office/officeart/2008/layout/LinedList"/>
    <dgm:cxn modelId="{8BF60E26-E909-41C3-9062-2094D3B535A1}" type="presParOf" srcId="{6288EE3A-E704-4C7E-90EA-B5E7F045CC2B}" destId="{51E20258-1AF6-40E8-80E2-DA1E763DA549}" srcOrd="0" destOrd="0" presId="urn:microsoft.com/office/officeart/2008/layout/LinedList"/>
    <dgm:cxn modelId="{4FCAC87C-F6C9-4B94-AC0F-5D539E38D5E0}" type="presParOf" srcId="{6288EE3A-E704-4C7E-90EA-B5E7F045CC2B}" destId="{BD1B0227-E69A-4649-887B-DBE5CE3070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81249-BF38-41BB-9094-E9E4E0422BAE}">
      <dsp:nvSpPr>
        <dsp:cNvPr id="0" name=""/>
        <dsp:cNvSpPr/>
      </dsp:nvSpPr>
      <dsp:spPr>
        <a:xfrm>
          <a:off x="0" y="0"/>
          <a:ext cx="795833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A0BA11-B834-4F98-8E51-E960B14AB055}">
      <dsp:nvSpPr>
        <dsp:cNvPr id="0" name=""/>
        <dsp:cNvSpPr/>
      </dsp:nvSpPr>
      <dsp:spPr>
        <a:xfrm>
          <a:off x="0" y="0"/>
          <a:ext cx="7958330" cy="42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User login</a:t>
          </a:r>
        </a:p>
      </dsp:txBody>
      <dsp:txXfrm>
        <a:off x="0" y="0"/>
        <a:ext cx="7958330" cy="420854"/>
      </dsp:txXfrm>
    </dsp:sp>
    <dsp:sp modelId="{B3012187-B90C-475F-804F-8111E371ED19}">
      <dsp:nvSpPr>
        <dsp:cNvPr id="0" name=""/>
        <dsp:cNvSpPr/>
      </dsp:nvSpPr>
      <dsp:spPr>
        <a:xfrm>
          <a:off x="0" y="420854"/>
          <a:ext cx="7958330" cy="0"/>
        </a:xfrm>
        <a:prstGeom prst="line">
          <a:avLst/>
        </a:prstGeom>
        <a:solidFill>
          <a:schemeClr val="accent5">
            <a:hueOff val="503566"/>
            <a:satOff val="5316"/>
            <a:lumOff val="-3753"/>
            <a:alphaOff val="0"/>
          </a:schemeClr>
        </a:solidFill>
        <a:ln w="19050" cap="rnd" cmpd="sng" algn="ctr">
          <a:solidFill>
            <a:schemeClr val="accent5">
              <a:hueOff val="503566"/>
              <a:satOff val="5316"/>
              <a:lumOff val="-37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34BD442-1D23-4766-BF0B-A0AD29B1EBE4}">
      <dsp:nvSpPr>
        <dsp:cNvPr id="0" name=""/>
        <dsp:cNvSpPr/>
      </dsp:nvSpPr>
      <dsp:spPr>
        <a:xfrm>
          <a:off x="0" y="420854"/>
          <a:ext cx="7958330" cy="42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Log a mood</a:t>
          </a:r>
        </a:p>
      </dsp:txBody>
      <dsp:txXfrm>
        <a:off x="0" y="420854"/>
        <a:ext cx="7958330" cy="420854"/>
      </dsp:txXfrm>
    </dsp:sp>
    <dsp:sp modelId="{AD80A924-73E3-434D-8D8A-D7967745A392}">
      <dsp:nvSpPr>
        <dsp:cNvPr id="0" name=""/>
        <dsp:cNvSpPr/>
      </dsp:nvSpPr>
      <dsp:spPr>
        <a:xfrm>
          <a:off x="0" y="841708"/>
          <a:ext cx="7958330" cy="0"/>
        </a:xfrm>
        <a:prstGeom prst="line">
          <a:avLst/>
        </a:prstGeom>
        <a:solidFill>
          <a:schemeClr val="accent5">
            <a:hueOff val="1007132"/>
            <a:satOff val="10632"/>
            <a:lumOff val="-7507"/>
            <a:alphaOff val="0"/>
          </a:schemeClr>
        </a:solidFill>
        <a:ln w="19050" cap="rnd" cmpd="sng" algn="ctr">
          <a:solidFill>
            <a:schemeClr val="accent5">
              <a:hueOff val="1007132"/>
              <a:satOff val="10632"/>
              <a:lumOff val="-75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EB06C8F-FEFD-4F20-8512-8558089DEFBC}">
      <dsp:nvSpPr>
        <dsp:cNvPr id="0" name=""/>
        <dsp:cNvSpPr/>
      </dsp:nvSpPr>
      <dsp:spPr>
        <a:xfrm>
          <a:off x="0" y="841708"/>
          <a:ext cx="7958330" cy="42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View Profile page</a:t>
          </a:r>
        </a:p>
      </dsp:txBody>
      <dsp:txXfrm>
        <a:off x="0" y="841708"/>
        <a:ext cx="7958330" cy="420854"/>
      </dsp:txXfrm>
    </dsp:sp>
    <dsp:sp modelId="{3B4F4D6C-D76B-41CE-B877-8339FC4688A9}">
      <dsp:nvSpPr>
        <dsp:cNvPr id="0" name=""/>
        <dsp:cNvSpPr/>
      </dsp:nvSpPr>
      <dsp:spPr>
        <a:xfrm>
          <a:off x="0" y="1262562"/>
          <a:ext cx="7958330" cy="0"/>
        </a:xfrm>
        <a:prstGeom prst="line">
          <a:avLst/>
        </a:prstGeom>
        <a:solidFill>
          <a:schemeClr val="accent5">
            <a:hueOff val="1510698"/>
            <a:satOff val="15948"/>
            <a:lumOff val="-11260"/>
            <a:alphaOff val="0"/>
          </a:schemeClr>
        </a:solidFill>
        <a:ln w="19050" cap="rnd" cmpd="sng" algn="ctr">
          <a:solidFill>
            <a:schemeClr val="accent5">
              <a:hueOff val="1510698"/>
              <a:satOff val="15948"/>
              <a:lumOff val="-112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02AAD3-8056-4E2F-9228-B657182171DA}">
      <dsp:nvSpPr>
        <dsp:cNvPr id="0" name=""/>
        <dsp:cNvSpPr/>
      </dsp:nvSpPr>
      <dsp:spPr>
        <a:xfrm>
          <a:off x="0" y="1262562"/>
          <a:ext cx="7958330" cy="42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View Tracking Page</a:t>
          </a:r>
        </a:p>
      </dsp:txBody>
      <dsp:txXfrm>
        <a:off x="0" y="1262562"/>
        <a:ext cx="7958330" cy="420854"/>
      </dsp:txXfrm>
    </dsp:sp>
    <dsp:sp modelId="{6C951117-5F51-4949-BB3C-000CA591136D}">
      <dsp:nvSpPr>
        <dsp:cNvPr id="0" name=""/>
        <dsp:cNvSpPr/>
      </dsp:nvSpPr>
      <dsp:spPr>
        <a:xfrm>
          <a:off x="0" y="1683416"/>
          <a:ext cx="7958330" cy="0"/>
        </a:xfrm>
        <a:prstGeom prst="line">
          <a:avLst/>
        </a:prstGeom>
        <a:solidFill>
          <a:schemeClr val="accent5">
            <a:hueOff val="2014264"/>
            <a:satOff val="21263"/>
            <a:lumOff val="-15013"/>
            <a:alphaOff val="0"/>
          </a:schemeClr>
        </a:solidFill>
        <a:ln w="19050" cap="rnd" cmpd="sng" algn="ctr">
          <a:solidFill>
            <a:schemeClr val="accent5">
              <a:hueOff val="2014264"/>
              <a:satOff val="21263"/>
              <a:lumOff val="-150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7E33E9B-2B3E-4C0A-8718-CBAB16F17304}">
      <dsp:nvSpPr>
        <dsp:cNvPr id="0" name=""/>
        <dsp:cNvSpPr/>
      </dsp:nvSpPr>
      <dsp:spPr>
        <a:xfrm>
          <a:off x="0" y="1683417"/>
          <a:ext cx="7958330" cy="42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Edit an entry</a:t>
          </a:r>
        </a:p>
      </dsp:txBody>
      <dsp:txXfrm>
        <a:off x="0" y="1683417"/>
        <a:ext cx="7958330" cy="420854"/>
      </dsp:txXfrm>
    </dsp:sp>
    <dsp:sp modelId="{EEC584CB-4677-4814-81B5-3FAEAAB609FC}">
      <dsp:nvSpPr>
        <dsp:cNvPr id="0" name=""/>
        <dsp:cNvSpPr/>
      </dsp:nvSpPr>
      <dsp:spPr>
        <a:xfrm>
          <a:off x="0" y="2104271"/>
          <a:ext cx="7958330" cy="0"/>
        </a:xfrm>
        <a:prstGeom prst="line">
          <a:avLst/>
        </a:prstGeom>
        <a:solidFill>
          <a:schemeClr val="accent5">
            <a:hueOff val="2517830"/>
            <a:satOff val="26579"/>
            <a:lumOff val="-18766"/>
            <a:alphaOff val="0"/>
          </a:schemeClr>
        </a:solidFill>
        <a:ln w="19050" cap="rnd" cmpd="sng" algn="ctr">
          <a:solidFill>
            <a:schemeClr val="accent5">
              <a:hueOff val="2517830"/>
              <a:satOff val="26579"/>
              <a:lumOff val="-1876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E86C2E-1937-494A-83C3-D925EBC5CA29}">
      <dsp:nvSpPr>
        <dsp:cNvPr id="0" name=""/>
        <dsp:cNvSpPr/>
      </dsp:nvSpPr>
      <dsp:spPr>
        <a:xfrm>
          <a:off x="0" y="2104271"/>
          <a:ext cx="7958330" cy="42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Delete an entry</a:t>
          </a:r>
        </a:p>
      </dsp:txBody>
      <dsp:txXfrm>
        <a:off x="0" y="2104271"/>
        <a:ext cx="7958330" cy="420854"/>
      </dsp:txXfrm>
    </dsp:sp>
    <dsp:sp modelId="{F22C2541-1B47-4D7D-AEC8-793D85C45C8F}">
      <dsp:nvSpPr>
        <dsp:cNvPr id="0" name=""/>
        <dsp:cNvSpPr/>
      </dsp:nvSpPr>
      <dsp:spPr>
        <a:xfrm>
          <a:off x="0" y="2525125"/>
          <a:ext cx="7958330" cy="0"/>
        </a:xfrm>
        <a:prstGeom prst="line">
          <a:avLst/>
        </a:prstGeom>
        <a:solidFill>
          <a:schemeClr val="accent5">
            <a:hueOff val="3021396"/>
            <a:satOff val="31895"/>
            <a:lumOff val="-22520"/>
            <a:alphaOff val="0"/>
          </a:schemeClr>
        </a:solidFill>
        <a:ln w="19050" cap="rnd" cmpd="sng" algn="ctr">
          <a:solidFill>
            <a:schemeClr val="accent5">
              <a:hueOff val="3021396"/>
              <a:satOff val="31895"/>
              <a:lumOff val="-225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EF38888-C2BC-4449-8CCE-BC4081563F31}">
      <dsp:nvSpPr>
        <dsp:cNvPr id="0" name=""/>
        <dsp:cNvSpPr/>
      </dsp:nvSpPr>
      <dsp:spPr>
        <a:xfrm>
          <a:off x="0" y="2525125"/>
          <a:ext cx="7958330" cy="42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View Reports page</a:t>
          </a:r>
        </a:p>
      </dsp:txBody>
      <dsp:txXfrm>
        <a:off x="0" y="2525125"/>
        <a:ext cx="7958330" cy="420854"/>
      </dsp:txXfrm>
    </dsp:sp>
    <dsp:sp modelId="{B558A91E-01A9-411B-93D7-A787ECE2A595}">
      <dsp:nvSpPr>
        <dsp:cNvPr id="0" name=""/>
        <dsp:cNvSpPr/>
      </dsp:nvSpPr>
      <dsp:spPr>
        <a:xfrm>
          <a:off x="0" y="2945979"/>
          <a:ext cx="7958330" cy="0"/>
        </a:xfrm>
        <a:prstGeom prst="line">
          <a:avLst/>
        </a:prstGeom>
        <a:solidFill>
          <a:schemeClr val="accent5">
            <a:hueOff val="3524962"/>
            <a:satOff val="37211"/>
            <a:lumOff val="-26273"/>
            <a:alphaOff val="0"/>
          </a:schemeClr>
        </a:solidFill>
        <a:ln w="19050" cap="rnd" cmpd="sng" algn="ctr">
          <a:solidFill>
            <a:schemeClr val="accent5">
              <a:hueOff val="3524962"/>
              <a:satOff val="37211"/>
              <a:lumOff val="-262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E20258-1AF6-40E8-80E2-DA1E763DA549}">
      <dsp:nvSpPr>
        <dsp:cNvPr id="0" name=""/>
        <dsp:cNvSpPr/>
      </dsp:nvSpPr>
      <dsp:spPr>
        <a:xfrm>
          <a:off x="0" y="2945979"/>
          <a:ext cx="7958330" cy="42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Log out</a:t>
          </a:r>
          <a:endParaRPr lang="en-US" sz="1900" kern="1200" dirty="0"/>
        </a:p>
      </dsp:txBody>
      <dsp:txXfrm>
        <a:off x="0" y="2945979"/>
        <a:ext cx="7958330" cy="420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8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6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3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4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70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5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7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47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1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3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37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6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2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40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05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26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0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0C21E9B-E329-4570-ADD3-9F45248828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4A06B09-ADE8-4AFC-8E96-CADB7EA7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6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72AC-CF1F-A6FE-3FBE-812944B29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771" y="1134409"/>
            <a:ext cx="6378102" cy="3875778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Health &amp; Emotion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629DC-F420-5E53-A380-466BA2CAD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858" y="2271633"/>
            <a:ext cx="5371184" cy="3875778"/>
          </a:xfrm>
        </p:spPr>
        <p:txBody>
          <a:bodyPr anchor="b">
            <a:normAutofit/>
          </a:bodyPr>
          <a:lstStyle/>
          <a:p>
            <a:pPr algn="ctr"/>
            <a:r>
              <a:rPr lang="en-US" sz="2000" dirty="0"/>
              <a:t>CSPB 3308 Software Development Methods and Tools – Spring 2026 – Team 6</a:t>
            </a:r>
          </a:p>
          <a:p>
            <a:endParaRPr lang="en-US" sz="2000" dirty="0"/>
          </a:p>
          <a:p>
            <a:pPr algn="ctr"/>
            <a:r>
              <a:rPr lang="en-US" sz="2000" dirty="0"/>
              <a:t>Carl Seaholm, Conner Mongoven, Ledy De La Rosa, Linda </a:t>
            </a:r>
            <a:r>
              <a:rPr lang="en-US" sz="2000" dirty="0" err="1"/>
              <a:t>MacCagnan</a:t>
            </a:r>
            <a:r>
              <a:rPr lang="en-US" sz="2000" dirty="0"/>
              <a:t>, Stephanie Gillihan</a:t>
            </a:r>
          </a:p>
        </p:txBody>
      </p:sp>
    </p:spTree>
    <p:extLst>
      <p:ext uri="{BB962C8B-B14F-4D97-AF65-F5344CB8AC3E}">
        <p14:creationId xmlns:p14="http://schemas.microsoft.com/office/powerpoint/2010/main" val="186225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AF63-443D-8AF9-86F2-92D181E3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77681A-DDC9-14D8-5C0A-0AAFE0C6C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Background/Motivation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3C19E0C-6B33-2778-D17B-9F0F51D236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Emotional well being is a vital component of overall health</a:t>
            </a:r>
          </a:p>
          <a:p>
            <a:r>
              <a:rPr lang="en-US" dirty="0"/>
              <a:t>The application allows users to easily track their mood and its intensity.</a:t>
            </a:r>
          </a:p>
          <a:p>
            <a:r>
              <a:rPr lang="en-US" dirty="0"/>
              <a:t>Tracking moods and mood intensities can promote self awareness and personal growth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39635B-F48F-52CD-CAAF-D2FC072E7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9132FFB-D234-57F5-3872-5599D59DA2E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Frontend: React, </a:t>
            </a:r>
            <a:r>
              <a:rPr lang="en-US" dirty="0" err="1"/>
              <a:t>NextAuth</a:t>
            </a:r>
            <a:r>
              <a:rPr lang="en-US" dirty="0"/>
              <a:t>, </a:t>
            </a:r>
            <a:r>
              <a:rPr lang="en-US" dirty="0" err="1"/>
              <a:t>Mantine</a:t>
            </a:r>
            <a:r>
              <a:rPr lang="en-US" dirty="0"/>
              <a:t>, Tailwind CSS, TypeScript</a:t>
            </a:r>
          </a:p>
          <a:p>
            <a:r>
              <a:rPr lang="en-US" dirty="0"/>
              <a:t>Backend: Next.js, Prisma</a:t>
            </a:r>
          </a:p>
          <a:p>
            <a:r>
              <a:rPr lang="en-US" dirty="0"/>
              <a:t>Database: PostgreSQL via </a:t>
            </a:r>
            <a:r>
              <a:rPr lang="en-US" dirty="0" err="1"/>
              <a:t>Supabase</a:t>
            </a:r>
            <a:endParaRPr lang="en-US" dirty="0"/>
          </a:p>
          <a:p>
            <a:r>
              <a:rPr lang="en-US" dirty="0"/>
              <a:t>Deployment: </a:t>
            </a:r>
            <a:r>
              <a:rPr lang="en-US" dirty="0" err="1"/>
              <a:t>Vercel</a:t>
            </a:r>
            <a:endParaRPr lang="en-US" dirty="0"/>
          </a:p>
          <a:p>
            <a:r>
              <a:rPr lang="en-US" dirty="0"/>
              <a:t>Documentation/Planning: GitHub</a:t>
            </a:r>
          </a:p>
        </p:txBody>
      </p:sp>
    </p:spTree>
    <p:extLst>
      <p:ext uri="{BB962C8B-B14F-4D97-AF65-F5344CB8AC3E}">
        <p14:creationId xmlns:p14="http://schemas.microsoft.com/office/powerpoint/2010/main" val="191244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F2096-FBF3-8165-9DF5-3E28B6F2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A931-F874-65E0-502D-F7BFDF49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Responsibilities Overview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5439BD0-D440-8DC5-1587-20C1B6741E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Carl:</a:t>
            </a:r>
            <a:r>
              <a:rPr lang="en-US" dirty="0"/>
              <a:t> Responsible for overall app configuration, mobile/desktop optimization, hosting configuration, proxy setup, navigation and UI help, Repo and project board maintenance, running weekly meeting, general project organization</a:t>
            </a:r>
          </a:p>
          <a:p>
            <a:r>
              <a:rPr lang="en-US" b="1" dirty="0"/>
              <a:t>Connor:</a:t>
            </a:r>
            <a:r>
              <a:rPr lang="en-US" dirty="0"/>
              <a:t> Responsible for the home page and the reports page. The home page supports site navigation and provides information about the app. The reports page allows a user to view mood trends over time.</a:t>
            </a:r>
          </a:p>
          <a:p>
            <a:r>
              <a:rPr lang="en-US" b="1" dirty="0"/>
              <a:t>Ledy:</a:t>
            </a:r>
            <a:r>
              <a:rPr lang="en-US" dirty="0"/>
              <a:t> Responsible for user registration and the user profile page where users can view and edit aspects of their profile.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607E70-2E79-4B8F-C70B-807EE7FB56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Linda:</a:t>
            </a:r>
            <a:r>
              <a:rPr lang="en-US" dirty="0"/>
              <a:t> Responsible for the data fetching and passing components to ensure data flows correctly from the database to each page. Responsible for color scheme for </a:t>
            </a:r>
            <a:r>
              <a:rPr lang="en-US"/>
              <a:t>the application.</a:t>
            </a:r>
            <a:endParaRPr lang="en-US" dirty="0"/>
          </a:p>
          <a:p>
            <a:r>
              <a:rPr lang="en-US" b="1" dirty="0"/>
              <a:t>Stephanie:</a:t>
            </a:r>
            <a:r>
              <a:rPr lang="en-US" dirty="0"/>
              <a:t> Responsible for tracking page, where the user can create, edit, or delete a mood log, as well as view a list of all logged moods.</a:t>
            </a:r>
          </a:p>
        </p:txBody>
      </p:sp>
    </p:spTree>
    <p:extLst>
      <p:ext uri="{BB962C8B-B14F-4D97-AF65-F5344CB8AC3E}">
        <p14:creationId xmlns:p14="http://schemas.microsoft.com/office/powerpoint/2010/main" val="140608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33A1-97EE-FFB9-FF22-2535DF582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5FB393-5D07-8F19-5C73-984F1C6AB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568" y="2603500"/>
            <a:ext cx="4828744" cy="3416301"/>
          </a:xfrm>
        </p:spPr>
        <p:txBody>
          <a:bodyPr>
            <a:normAutofit/>
          </a:bodyPr>
          <a:lstStyle/>
          <a:p>
            <a:r>
              <a:rPr lang="en-US" dirty="0"/>
              <a:t>The system checks whether a user is logged in and adjusts the UI accordingly</a:t>
            </a:r>
          </a:p>
          <a:p>
            <a:r>
              <a:rPr lang="en-US" dirty="0"/>
              <a:t>Logged in users can access mood tracking or reports. When no login is detected, the user is prompted to login or register</a:t>
            </a:r>
          </a:p>
          <a:p>
            <a:r>
              <a:rPr lang="en-US" dirty="0"/>
              <a:t>Aside from the mood logging modal window, the page is primarily informational, with static content designed to introduce the application</a:t>
            </a: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EDEB7E-7D6E-EB97-A213-D1485B3D2D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75312" y="2883953"/>
            <a:ext cx="6329069" cy="28553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3737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4E85-ADE6-4472-9F2B-8BE7004E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Registration and Profile Page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2F8D3-1F9F-1CE6-25CE-6408D9F68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830" y="2373496"/>
            <a:ext cx="5627914" cy="4092617"/>
          </a:xfrm>
        </p:spPr>
        <p:txBody>
          <a:bodyPr>
            <a:normAutofit/>
          </a:bodyPr>
          <a:lstStyle/>
          <a:p>
            <a:r>
              <a:rPr lang="en-US" dirty="0"/>
              <a:t>The system securely verifies the user and loads all necessary data before displaying the profile. If anything fails, user is redirected to login</a:t>
            </a:r>
          </a:p>
          <a:p>
            <a:r>
              <a:rPr lang="en-US" dirty="0"/>
              <a:t>Account actions (edit, change password, delete) are located in a dedicated action panel</a:t>
            </a:r>
          </a:p>
          <a:p>
            <a:r>
              <a:rPr lang="en-US" dirty="0"/>
              <a:t>Updates are handled through modal workflows</a:t>
            </a:r>
          </a:p>
          <a:p>
            <a:r>
              <a:rPr lang="en-US" dirty="0"/>
              <a:t>Account deletion is comprehensive, ensuring all associated user data is fully removed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83AE2A-FE48-1AA4-DE04-039B18FED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029" y="2207178"/>
            <a:ext cx="4862060" cy="221262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456C4F-D925-EFBD-06C4-39EB70F65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029" y="4522054"/>
            <a:ext cx="4862060" cy="22477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18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E296-BAEF-534B-802A-7538934B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Mood Tracking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D7B5D-D017-19EA-DD0C-8045B7C8E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969" y="2466618"/>
            <a:ext cx="5666526" cy="3909595"/>
          </a:xfrm>
        </p:spPr>
        <p:txBody>
          <a:bodyPr>
            <a:normAutofit/>
          </a:bodyPr>
          <a:lstStyle/>
          <a:p>
            <a:r>
              <a:rPr lang="en-US" dirty="0"/>
              <a:t>The system securely loads each user’s tracking data before displaying the page</a:t>
            </a:r>
          </a:p>
          <a:p>
            <a:r>
              <a:rPr lang="en-US" dirty="0"/>
              <a:t>Users can log new moods, editing existing entries, or delete entries</a:t>
            </a:r>
          </a:p>
          <a:p>
            <a:r>
              <a:rPr lang="en-US" dirty="0"/>
              <a:t>The interface supports new mood logging with a modal interface, and supports inline editing</a:t>
            </a:r>
          </a:p>
          <a:p>
            <a:r>
              <a:rPr lang="en-US" dirty="0"/>
              <a:t>The list of moods is sortable by date, mood, or intensity</a:t>
            </a:r>
          </a:p>
          <a:p>
            <a:r>
              <a:rPr lang="en-US" dirty="0"/>
              <a:t>Updates are processed in the background, with refreshed data on next page load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069BA7-006E-108E-B4F9-E89E186F4B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04516" y="3687174"/>
            <a:ext cx="3541909" cy="11149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58D525-F30B-5116-E904-16D695A05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313" y="2346875"/>
            <a:ext cx="3930317" cy="122731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C6AB22-042E-01A3-E391-267CE96A2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513" y="4929371"/>
            <a:ext cx="4539918" cy="1796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9852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BFCE-D55E-D8C9-B96A-6168B4D8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ED601-7823-32B9-4301-BFDE6E5A1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892" y="2364014"/>
            <a:ext cx="5381398" cy="3895271"/>
          </a:xfrm>
        </p:spPr>
        <p:txBody>
          <a:bodyPr>
            <a:normAutofit/>
          </a:bodyPr>
          <a:lstStyle/>
          <a:p>
            <a:r>
              <a:rPr lang="en-US" dirty="0"/>
              <a:t>The system securely loads the user’s data to generate personalized insights and a graph</a:t>
            </a:r>
          </a:p>
          <a:p>
            <a:r>
              <a:rPr lang="en-US" dirty="0"/>
              <a:t>Key metrics (average intensity, most frequent emotion) provide quick insight</a:t>
            </a:r>
          </a:p>
          <a:p>
            <a:r>
              <a:rPr lang="en-US" dirty="0"/>
              <a:t>Data is visualized on a graph in clear chronological order, with different colors for each emotion</a:t>
            </a:r>
          </a:p>
          <a:p>
            <a:r>
              <a:rPr lang="en-US" dirty="0"/>
              <a:t>The page is primarily read-only, focused on user analysis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7E8ABF-0250-B82A-CF54-362BDDC8CB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21159" y="2364012"/>
            <a:ext cx="5791200" cy="144017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083FFC-E71C-7C81-1E19-49BAF4D0B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854" y="4497979"/>
            <a:ext cx="5791200" cy="176130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0796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2D3EB-523D-715D-86DD-92AFC002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8FAA-D2D4-24DB-C769-80C24FC9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Fetching and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9A4A6-74BC-4397-BE1E-DFF882C93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687" y="2383971"/>
            <a:ext cx="3799113" cy="4234543"/>
          </a:xfrm>
        </p:spPr>
        <p:txBody>
          <a:bodyPr>
            <a:normAutofit/>
          </a:bodyPr>
          <a:lstStyle/>
          <a:p>
            <a:r>
              <a:rPr lang="en-US" dirty="0"/>
              <a:t>All data is fetched securely on the server before the page loads</a:t>
            </a:r>
          </a:p>
          <a:p>
            <a:r>
              <a:rPr lang="en-US" dirty="0"/>
              <a:t>Consistent flow across pages: session → user → related data</a:t>
            </a:r>
          </a:p>
          <a:p>
            <a:r>
              <a:rPr lang="en-US" dirty="0"/>
              <a:t>Data is passed down to the UI as props</a:t>
            </a:r>
          </a:p>
          <a:p>
            <a:r>
              <a:rPr lang="en-US" dirty="0"/>
              <a:t>One way data flow keeps the system simple and predictable</a:t>
            </a:r>
          </a:p>
          <a:p>
            <a:r>
              <a:rPr lang="en-US" dirty="0"/>
              <a:t>Always-fresh data on each request (no caching)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4EA54-49C0-94C4-E991-4A4495EA1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728" y="3041242"/>
            <a:ext cx="3526480" cy="28688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4855F8-D3A1-6E57-1B14-FF2565976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952" y="3041242"/>
            <a:ext cx="2999623" cy="28688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07073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64AD1-FB96-7423-D9D3-E2C3FA9E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277D9-99FE-A03D-12EE-CD94581EFD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Honing in on the initial schemas for the app</a:t>
            </a:r>
          </a:p>
          <a:p>
            <a:r>
              <a:rPr lang="en-US" dirty="0"/>
              <a:t>Ensuring each piece expanded on chosen schemas and utilized the query structure to make sure schemas were used and robust as well as efficient</a:t>
            </a:r>
          </a:p>
          <a:p>
            <a:r>
              <a:rPr lang="en-US" dirty="0"/>
              <a:t>Time management</a:t>
            </a:r>
          </a:p>
          <a:p>
            <a:r>
              <a:rPr lang="en-US" dirty="0"/>
              <a:t>Coding and other technical aspects were challenging for beginners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E8971-BAFF-995C-C437-FDBA12767C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Division of roles</a:t>
            </a:r>
          </a:p>
          <a:p>
            <a:r>
              <a:rPr lang="en-US" dirty="0"/>
              <a:t>Siloed folder structures</a:t>
            </a:r>
          </a:p>
        </p:txBody>
      </p:sp>
    </p:spTree>
    <p:extLst>
      <p:ext uri="{BB962C8B-B14F-4D97-AF65-F5344CB8AC3E}">
        <p14:creationId xmlns:p14="http://schemas.microsoft.com/office/powerpoint/2010/main" val="195931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7C99-6A5D-126C-B577-9867661F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Dynamics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7C1C35-6191-F19A-33FE-8568972FE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2384453"/>
            <a:ext cx="4825158" cy="576262"/>
          </a:xfrm>
        </p:spPr>
        <p:txBody>
          <a:bodyPr/>
          <a:lstStyle/>
          <a:p>
            <a:r>
              <a:rPr lang="en-US" dirty="0"/>
              <a:t>What went well: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F5E0C-AC9B-6E99-3474-A84043EF5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2960715"/>
            <a:ext cx="4825158" cy="3424043"/>
          </a:xfrm>
        </p:spPr>
        <p:txBody>
          <a:bodyPr>
            <a:normAutofit fontScale="92500"/>
          </a:bodyPr>
          <a:lstStyle/>
          <a:p>
            <a:r>
              <a:rPr lang="en-US" dirty="0"/>
              <a:t>Variety of skill sets and strengths</a:t>
            </a:r>
          </a:p>
          <a:p>
            <a:r>
              <a:rPr lang="en-US" dirty="0"/>
              <a:t>Adding an additional team member after the project began</a:t>
            </a:r>
          </a:p>
          <a:p>
            <a:r>
              <a:rPr lang="en-US" dirty="0"/>
              <a:t>Everyone was willing to work together and help each other out</a:t>
            </a:r>
          </a:p>
          <a:p>
            <a:r>
              <a:rPr lang="en-US" dirty="0"/>
              <a:t>Everyone was willing to learn new things and tackle challenging tasks</a:t>
            </a:r>
          </a:p>
          <a:p>
            <a:r>
              <a:rPr lang="en-US" dirty="0"/>
              <a:t>All Milestones were turned in on time</a:t>
            </a:r>
          </a:p>
          <a:p>
            <a:r>
              <a:rPr lang="en-US" dirty="0"/>
              <a:t>Collaboration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CB67A5-F8C7-9935-0DB8-05CE1A7ED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351890"/>
            <a:ext cx="4825160" cy="608825"/>
          </a:xfrm>
        </p:spPr>
        <p:txBody>
          <a:bodyPr/>
          <a:lstStyle/>
          <a:p>
            <a:r>
              <a:rPr lang="en-US" dirty="0"/>
              <a:t>What did not go well: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953387-2C2D-0157-6DB7-E011CFFE6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2" y="3067040"/>
            <a:ext cx="4825159" cy="3317717"/>
          </a:xfrm>
        </p:spPr>
        <p:txBody>
          <a:bodyPr>
            <a:normAutofit fontScale="92500"/>
          </a:bodyPr>
          <a:lstStyle/>
          <a:p>
            <a:r>
              <a:rPr lang="en-US" dirty="0"/>
              <a:t>In the beginning, ideas were closely aligned. Once implementation began, there were many subtle differences that needed to be worked out.</a:t>
            </a:r>
          </a:p>
          <a:p>
            <a:r>
              <a:rPr lang="en-US" dirty="0"/>
              <a:t>Team could have spent more time at the beginning </a:t>
            </a:r>
            <a:r>
              <a:rPr lang="en-US"/>
              <a:t>clarifying vision, requirements, </a:t>
            </a:r>
            <a:r>
              <a:rPr lang="en-US" dirty="0"/>
              <a:t>and outcomes</a:t>
            </a:r>
          </a:p>
          <a:p>
            <a:r>
              <a:rPr lang="en-US" dirty="0"/>
              <a:t>Feedback after a lot of work was already done was at times frustrating</a:t>
            </a:r>
          </a:p>
          <a:p>
            <a:r>
              <a:rPr lang="en-US" dirty="0"/>
              <a:t>Communication and planning in general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315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EF50-2100-5C34-FDDE-6B918784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the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DB80-A619-0831-0F29-822EA2654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 UI and has a lot of potential</a:t>
            </a:r>
          </a:p>
          <a:p>
            <a:r>
              <a:rPr lang="en-US" dirty="0"/>
              <a:t>Tools and stack used were very effective</a:t>
            </a:r>
          </a:p>
          <a:p>
            <a:r>
              <a:rPr lang="en-US" dirty="0"/>
              <a:t>Limited in current capacity, but potentially more useful if expanded to include additional moods and additional 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72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9AFA-8DE1-8B0A-A350-08A2E01D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 of the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BEEBF-C10A-31DD-7AD7-6A8A27440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additional moods for more robust logging</a:t>
            </a:r>
          </a:p>
          <a:p>
            <a:r>
              <a:rPr lang="en-US" dirty="0"/>
              <a:t>Modify reports page to allow users to filter by time period (from date to date)</a:t>
            </a:r>
          </a:p>
          <a:p>
            <a:r>
              <a:rPr lang="en-US" dirty="0"/>
              <a:t>Add additional databases for tracking other health components: water consumption, nutrition, physical activity, and sleep.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951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91B8-D983-9DB8-1DB9-F0BB33E1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/>
              <a:t>Project Demonstration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5C56B2-5192-1956-0EC7-B6F226DF37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21697"/>
              </p:ext>
            </p:extLst>
          </p:nvPr>
        </p:nvGraphicFramePr>
        <p:xfrm>
          <a:off x="2611808" y="2367883"/>
          <a:ext cx="7958330" cy="336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59655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1">
      <a:dk1>
        <a:srgbClr val="3F3F3F"/>
      </a:dk1>
      <a:lt1>
        <a:sysClr val="window" lastClr="FFFFFF"/>
      </a:lt1>
      <a:dk2>
        <a:srgbClr val="3F3F3F"/>
      </a:dk2>
      <a:lt2>
        <a:srgbClr val="CEF2EC"/>
      </a:lt2>
      <a:accent1>
        <a:srgbClr val="3ECCB4"/>
      </a:accent1>
      <a:accent2>
        <a:srgbClr val="5DF0F6"/>
      </a:accent2>
      <a:accent3>
        <a:srgbClr val="0BD0D9"/>
      </a:accent3>
      <a:accent4>
        <a:srgbClr val="248D7B"/>
      </a:accent4>
      <a:accent5>
        <a:srgbClr val="7CCA62"/>
      </a:accent5>
      <a:accent6>
        <a:srgbClr val="0B9B74"/>
      </a:accent6>
      <a:hlink>
        <a:srgbClr val="F49100"/>
      </a:hlink>
      <a:folHlink>
        <a:srgbClr val="0BD0D9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372</TotalTime>
  <Words>856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 Boardroom</vt:lpstr>
      <vt:lpstr>Health &amp; Emotion Tracker</vt:lpstr>
      <vt:lpstr>Project Overview</vt:lpstr>
      <vt:lpstr>Team Responsibilities Overview</vt:lpstr>
      <vt:lpstr>Home Page</vt:lpstr>
      <vt:lpstr>User Registration and Profile Page</vt:lpstr>
      <vt:lpstr>Mood Tracking Page</vt:lpstr>
      <vt:lpstr>Reports Page</vt:lpstr>
      <vt:lpstr>Data Fetching and Passing</vt:lpstr>
      <vt:lpstr>Challenges Encountered</vt:lpstr>
      <vt:lpstr>Team Dynamics</vt:lpstr>
      <vt:lpstr>Evaluation of the application</vt:lpstr>
      <vt:lpstr>Future Direction of the Application</vt:lpstr>
      <vt:lpstr>Project Demonstration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Brooke Fail</dc:creator>
  <cp:lastModifiedBy>Brooke Fail</cp:lastModifiedBy>
  <cp:revision>1</cp:revision>
  <dcterms:created xsi:type="dcterms:W3CDTF">2026-04-12T23:33:06Z</dcterms:created>
  <dcterms:modified xsi:type="dcterms:W3CDTF">2026-04-15T23:16:50Z</dcterms:modified>
</cp:coreProperties>
</file>